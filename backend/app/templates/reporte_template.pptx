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7772400" cy="9906000"/>
  <p:notesSz cx="7772400" cy="9906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070860"/>
            <a:ext cx="6606540" cy="2080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547360"/>
            <a:ext cx="5440680" cy="2476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278380"/>
            <a:ext cx="3380994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278380"/>
            <a:ext cx="3380994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144" y="164719"/>
            <a:ext cx="219710" cy="219710"/>
          </a:xfrm>
          <a:custGeom>
            <a:avLst/>
            <a:gdLst/>
            <a:ahLst/>
            <a:cxnLst/>
            <a:rect l="l" t="t" r="r" b="b"/>
            <a:pathLst>
              <a:path w="219710" h="219710">
                <a:moveTo>
                  <a:pt x="0" y="0"/>
                </a:moveTo>
                <a:lnTo>
                  <a:pt x="0" y="219582"/>
                </a:lnTo>
                <a:lnTo>
                  <a:pt x="219455" y="109854"/>
                </a:lnTo>
                <a:lnTo>
                  <a:pt x="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8239" y="48768"/>
            <a:ext cx="1708150" cy="4463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65627" y="1702833"/>
            <a:ext cx="3946525" cy="2008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212580"/>
            <a:ext cx="2487168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212580"/>
            <a:ext cx="1787652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212580"/>
            <a:ext cx="1787652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13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4064" y="3733228"/>
            <a:ext cx="24612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E6B2C"/>
                </a:solidFill>
                <a:latin typeface="Franklin Gothic Medium"/>
                <a:cs typeface="Franklin Gothic Medium"/>
              </a:rPr>
              <a:t>Unidades</a:t>
            </a:r>
            <a:r>
              <a:rPr dirty="0" sz="1800" spc="-50">
                <a:solidFill>
                  <a:srgbClr val="2E6B2C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2E6B2C"/>
                </a:solidFill>
                <a:latin typeface="Franklin Gothic Medium"/>
                <a:cs typeface="Franklin Gothic Medium"/>
              </a:rPr>
              <a:t>de</a:t>
            </a:r>
            <a:r>
              <a:rPr dirty="0" sz="1800" spc="-35">
                <a:solidFill>
                  <a:srgbClr val="2E6B2C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2E6B2C"/>
                </a:solidFill>
                <a:latin typeface="Franklin Gothic Medium"/>
                <a:cs typeface="Franklin Gothic Medium"/>
              </a:rPr>
              <a:t>emergencia</a:t>
            </a:r>
            <a:endParaRPr sz="1800">
              <a:latin typeface="Franklin Gothic Medium"/>
              <a:cs typeface="Franklin Gothic Medium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109214" y="4099177"/>
          <a:ext cx="2398395" cy="516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9620"/>
                <a:gridCol w="769620"/>
                <a:gridCol w="769620"/>
              </a:tblGrid>
              <a:tr h="243204"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000" spc="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UFEC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/>
                    </a:solidFill>
                  </a:tcPr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000" spc="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BRIFE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/>
                    </a:solidFill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0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PARME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182114" y="5105082"/>
            <a:ext cx="20015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E6B2C"/>
                </a:solidFill>
                <a:latin typeface="Franklin Gothic Medium"/>
                <a:cs typeface="Franklin Gothic Medium"/>
              </a:rPr>
              <a:t>Unidades</a:t>
            </a:r>
            <a:r>
              <a:rPr dirty="0" sz="1800" spc="-35">
                <a:solidFill>
                  <a:srgbClr val="2E6B2C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2E6B2C"/>
                </a:solidFill>
                <a:latin typeface="Franklin Gothic Medium"/>
                <a:cs typeface="Franklin Gothic Medium"/>
              </a:rPr>
              <a:t>en</a:t>
            </a:r>
            <a:r>
              <a:rPr dirty="0" sz="1800" spc="-40">
                <a:solidFill>
                  <a:srgbClr val="2E6B2C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2E6B2C"/>
                </a:solidFill>
                <a:latin typeface="Franklin Gothic Medium"/>
                <a:cs typeface="Franklin Gothic Medium"/>
              </a:rPr>
              <a:t>terreno</a:t>
            </a:r>
            <a:endParaRPr sz="1800">
              <a:latin typeface="Franklin Gothic Medium"/>
              <a:cs typeface="Franklin Gothic Medium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85949" y="5420104"/>
          <a:ext cx="3839845" cy="3155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630"/>
                <a:gridCol w="701040"/>
                <a:gridCol w="984250"/>
                <a:gridCol w="887730"/>
                <a:gridCol w="584200"/>
              </a:tblGrid>
              <a:tr h="365760"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900" spc="6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CDO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MATRIZ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/>
                    </a:solidFill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UNIDAD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/>
                    </a:solidFill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900" spc="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FECHA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900" spc="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FUERZA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/>
                    </a:solidFill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72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800" spc="-10">
                          <a:latin typeface="Franklin Gothic Medium"/>
                          <a:cs typeface="Franklin Gothic Medium"/>
                        </a:rPr>
                        <a:t>TOTAL</a:t>
                      </a:r>
                      <a:endParaRPr sz="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AF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AFB8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123178" y="3737927"/>
            <a:ext cx="7899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2E6B2C"/>
                </a:solidFill>
                <a:latin typeface="Franklin Gothic Medium"/>
                <a:cs typeface="Franklin Gothic Medium"/>
              </a:rPr>
              <a:t>Relevos</a:t>
            </a:r>
            <a:endParaRPr sz="1800">
              <a:latin typeface="Franklin Gothic Medium"/>
              <a:cs typeface="Franklin Gothic Medium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267069" y="4034407"/>
          <a:ext cx="2513330" cy="1011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225"/>
                <a:gridCol w="1765935"/>
              </a:tblGrid>
              <a:tr h="276860">
                <a:tc gridSpan="2">
                  <a:txBody>
                    <a:bodyPr/>
                    <a:lstStyle/>
                    <a:p>
                      <a:pPr marL="67437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900" spc="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MACROZONA</a:t>
                      </a:r>
                      <a:r>
                        <a:rPr dirty="0" sz="900" spc="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NORTE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939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8600">
                <a:tc>
                  <a:txBody>
                    <a:bodyPr/>
                    <a:lstStyle/>
                    <a:p>
                      <a:pPr algn="ctr" marL="2032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900" spc="-20" b="1">
                          <a:latin typeface="Calibri"/>
                          <a:cs typeface="Calibri"/>
                        </a:rPr>
                        <a:t>N°77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7495">
                <a:tc gridSpan="2">
                  <a:txBody>
                    <a:bodyPr/>
                    <a:lstStyle/>
                    <a:p>
                      <a:pPr marL="74485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900" spc="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MACROZONA</a:t>
                      </a:r>
                      <a:r>
                        <a:rPr dirty="0" sz="900" spc="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6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SUR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946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8600">
                <a:tc>
                  <a:txBody>
                    <a:bodyPr/>
                    <a:lstStyle/>
                    <a:p>
                      <a:pPr algn="ctr" marL="171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900" spc="50" b="1">
                          <a:latin typeface="Calibri"/>
                          <a:cs typeface="Calibri"/>
                        </a:rPr>
                        <a:t>N.º</a:t>
                      </a:r>
                      <a:r>
                        <a:rPr dirty="0" sz="900" spc="-6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 b="1">
                          <a:latin typeface="Calibri"/>
                          <a:cs typeface="Calibri"/>
                        </a:rPr>
                        <a:t>46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900" spc="60" b="1"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900" spc="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b="1">
                          <a:latin typeface="Calibri"/>
                          <a:cs typeface="Calibri"/>
                        </a:rPr>
                        <a:t>xxx</a:t>
                      </a:r>
                      <a:r>
                        <a:rPr dirty="0" sz="900" spc="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b="1">
                          <a:latin typeface="Calibri"/>
                          <a:cs typeface="Calibri"/>
                        </a:rPr>
                        <a:t>al</a:t>
                      </a:r>
                      <a:r>
                        <a:rPr dirty="0" sz="900" spc="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 b="1">
                          <a:latin typeface="Calibri"/>
                          <a:cs typeface="Calibri"/>
                        </a:rPr>
                        <a:t>xxx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254495" y="7437880"/>
          <a:ext cx="2518410" cy="1228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2550"/>
                <a:gridCol w="1077595"/>
              </a:tblGrid>
              <a:tr h="228600">
                <a:tc>
                  <a:txBody>
                    <a:bodyPr/>
                    <a:lstStyle/>
                    <a:p>
                      <a:pPr algn="ctr" marL="2095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UNIDAD</a:t>
                      </a:r>
                      <a:endParaRPr sz="9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/>
                    </a:solidFill>
                  </a:tcPr>
                </a:tc>
                <a:tc>
                  <a:txBody>
                    <a:bodyPr/>
                    <a:lstStyle/>
                    <a:p>
                      <a:pPr marL="35115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FUERZA</a:t>
                      </a:r>
                      <a:endParaRPr sz="9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900" spc="-10">
                          <a:latin typeface="Franklin Gothic Medium"/>
                          <a:cs typeface="Franklin Gothic Medium"/>
                        </a:rPr>
                        <a:t>TOTAL</a:t>
                      </a:r>
                      <a:endParaRPr sz="9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>
                        <a:alpha val="50195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5517896" y="7102221"/>
            <a:ext cx="204533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solidFill>
                  <a:srgbClr val="2E6B2C"/>
                </a:solidFill>
                <a:latin typeface="Franklin Gothic Medium"/>
                <a:cs typeface="Franklin Gothic Medium"/>
              </a:rPr>
              <a:t>Ops.</a:t>
            </a:r>
            <a:r>
              <a:rPr dirty="0" sz="1800" spc="-45">
                <a:solidFill>
                  <a:srgbClr val="2E6B2C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2E6B2C"/>
                </a:solidFill>
                <a:latin typeface="Franklin Gothic Medium"/>
                <a:cs typeface="Franklin Gothic Medium"/>
              </a:rPr>
              <a:t>en</a:t>
            </a:r>
            <a:r>
              <a:rPr dirty="0" sz="1800" spc="-5">
                <a:solidFill>
                  <a:srgbClr val="2E6B2C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2E6B2C"/>
                </a:solidFill>
                <a:latin typeface="Franklin Gothic Medium"/>
                <a:cs typeface="Franklin Gothic Medium"/>
              </a:rPr>
              <a:t>el</a:t>
            </a:r>
            <a:r>
              <a:rPr dirty="0" sz="1800" spc="20">
                <a:solidFill>
                  <a:srgbClr val="2E6B2C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2E6B2C"/>
                </a:solidFill>
                <a:latin typeface="Franklin Gothic Medium"/>
                <a:cs typeface="Franklin Gothic Medium"/>
              </a:rPr>
              <a:t>extranjero</a:t>
            </a:r>
            <a:endParaRPr sz="1800">
              <a:latin typeface="Franklin Gothic Medium"/>
              <a:cs typeface="Franklin Gothic Medium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254495" y="5421882"/>
          <a:ext cx="2518410" cy="149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/>
                <a:gridCol w="523240"/>
                <a:gridCol w="717550"/>
                <a:gridCol w="717550"/>
              </a:tblGrid>
              <a:tr h="2286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9539">
                        <a:lnSpc>
                          <a:spcPct val="100000"/>
                        </a:lnSpc>
                      </a:pPr>
                      <a:r>
                        <a:rPr dirty="0" sz="900" spc="-2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JAFs</a:t>
                      </a:r>
                      <a:endParaRPr sz="9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16839">
                        <a:lnSpc>
                          <a:spcPct val="100000"/>
                        </a:lnSpc>
                      </a:pPr>
                      <a:r>
                        <a:rPr dirty="0" sz="7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FUERZA</a:t>
                      </a:r>
                      <a:endParaRPr sz="700">
                        <a:latin typeface="Franklin Gothic Medium"/>
                        <a:cs typeface="Franklin Gothic Medium"/>
                      </a:endParaRPr>
                    </a:p>
                    <a:p>
                      <a:pPr marL="11938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7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ACTUAL</a:t>
                      </a:r>
                      <a:endParaRPr sz="7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596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90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TRABAJOS</a:t>
                      </a:r>
                      <a:r>
                        <a:rPr dirty="0" sz="900" spc="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DE</a:t>
                      </a:r>
                      <a:r>
                        <a:rPr dirty="0" sz="900" spc="-3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9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TIERRA</a:t>
                      </a:r>
                      <a:endParaRPr sz="9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22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04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96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7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PLANIF.</a:t>
                      </a:r>
                      <a:endParaRPr sz="7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7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EJECUT.</a:t>
                      </a:r>
                      <a:endParaRPr sz="7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0650">
                        <a:lnSpc>
                          <a:spcPct val="100000"/>
                        </a:lnSpc>
                      </a:pPr>
                      <a:r>
                        <a:rPr dirty="0" sz="700" spc="-10">
                          <a:latin typeface="Franklin Gothic Medium"/>
                          <a:cs typeface="Franklin Gothic Medium"/>
                        </a:rPr>
                        <a:t>ARICA</a:t>
                      </a:r>
                      <a:endParaRPr sz="700">
                        <a:latin typeface="Franklin Gothic Medium"/>
                        <a:cs typeface="Franklin Gothic Medium"/>
                      </a:endParaRPr>
                    </a:p>
                    <a:p>
                      <a:pPr marL="1174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700" spc="-10">
                          <a:latin typeface="Franklin Gothic Medium"/>
                          <a:cs typeface="Franklin Gothic Medium"/>
                        </a:rPr>
                        <a:t>PARIN</a:t>
                      </a:r>
                      <a:endParaRPr sz="7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1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07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Franklin Gothic Medium"/>
                          <a:cs typeface="Franklin Gothic Medium"/>
                        </a:rPr>
                        <a:t>513</a:t>
                      </a:r>
                      <a:endParaRPr sz="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Franklin Gothic Medium"/>
                          <a:cs typeface="Franklin Gothic Medium"/>
                        </a:rPr>
                        <a:t>2.760</a:t>
                      </a:r>
                      <a:r>
                        <a:rPr dirty="0" sz="800" spc="-1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800" spc="-25">
                          <a:latin typeface="Franklin Gothic Medium"/>
                          <a:cs typeface="Franklin Gothic Medium"/>
                        </a:rPr>
                        <a:t>Mts</a:t>
                      </a:r>
                      <a:endParaRPr sz="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416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Franklin Gothic Medium"/>
                          <a:cs typeface="Franklin Gothic Medium"/>
                        </a:rPr>
                        <a:t>2.190</a:t>
                      </a:r>
                      <a:r>
                        <a:rPr dirty="0" sz="800" spc="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800" spc="-25">
                          <a:latin typeface="Franklin Gothic Medium"/>
                          <a:cs typeface="Franklin Gothic Medium"/>
                        </a:rPr>
                        <a:t>Mts</a:t>
                      </a:r>
                      <a:endParaRPr sz="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>
                        <a:alpha val="39999"/>
                      </a:srgbClr>
                    </a:solidFill>
                  </a:tcPr>
                </a:tc>
              </a:tr>
              <a:tr h="277495"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700" spc="-10">
                          <a:latin typeface="Franklin Gothic Medium"/>
                          <a:cs typeface="Franklin Gothic Medium"/>
                        </a:rPr>
                        <a:t>TARAP</a:t>
                      </a:r>
                      <a:endParaRPr sz="7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895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800" spc="-25">
                          <a:latin typeface="Franklin Gothic Medium"/>
                          <a:cs typeface="Franklin Gothic Medium"/>
                        </a:rPr>
                        <a:t>331</a:t>
                      </a:r>
                      <a:endParaRPr sz="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876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800">
                          <a:latin typeface="Franklin Gothic Medium"/>
                          <a:cs typeface="Franklin Gothic Medium"/>
                        </a:rPr>
                        <a:t>6.000</a:t>
                      </a:r>
                      <a:r>
                        <a:rPr dirty="0" sz="800" spc="-1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800" spc="-25">
                          <a:latin typeface="Franklin Gothic Medium"/>
                          <a:cs typeface="Franklin Gothic Medium"/>
                        </a:rPr>
                        <a:t>Mts</a:t>
                      </a:r>
                      <a:endParaRPr sz="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876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800">
                          <a:latin typeface="Franklin Gothic Medium"/>
                          <a:cs typeface="Franklin Gothic Medium"/>
                        </a:rPr>
                        <a:t>2.100 </a:t>
                      </a:r>
                      <a:r>
                        <a:rPr dirty="0" sz="800" spc="-25">
                          <a:latin typeface="Franklin Gothic Medium"/>
                          <a:cs typeface="Franklin Gothic Medium"/>
                        </a:rPr>
                        <a:t>Mts</a:t>
                      </a:r>
                      <a:endParaRPr sz="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876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>
                        <a:alpha val="39999"/>
                      </a:srgbClr>
                    </a:solidFill>
                  </a:tcPr>
                </a:tc>
              </a:tr>
              <a:tr h="277495"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00" spc="-10">
                          <a:latin typeface="Franklin Gothic Medium"/>
                          <a:cs typeface="Franklin Gothic Medium"/>
                        </a:rPr>
                        <a:t>ANTOF</a:t>
                      </a:r>
                      <a:endParaRPr sz="7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901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800" spc="-25">
                          <a:latin typeface="Franklin Gothic Medium"/>
                          <a:cs typeface="Franklin Gothic Medium"/>
                        </a:rPr>
                        <a:t>170</a:t>
                      </a:r>
                      <a:endParaRPr sz="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AFB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800">
                          <a:latin typeface="Franklin Gothic Medium"/>
                          <a:cs typeface="Franklin Gothic Medium"/>
                        </a:rPr>
                        <a:t>3.820</a:t>
                      </a:r>
                      <a:r>
                        <a:rPr dirty="0" sz="800" spc="-3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800" spc="-25">
                          <a:latin typeface="Franklin Gothic Medium"/>
                          <a:cs typeface="Franklin Gothic Medium"/>
                        </a:rPr>
                        <a:t>Mts</a:t>
                      </a:r>
                      <a:endParaRPr sz="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800">
                          <a:latin typeface="Franklin Gothic Medium"/>
                          <a:cs typeface="Franklin Gothic Medium"/>
                        </a:rPr>
                        <a:t>690</a:t>
                      </a:r>
                      <a:r>
                        <a:rPr dirty="0" sz="800" spc="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800" spc="-25">
                          <a:latin typeface="Franklin Gothic Medium"/>
                          <a:cs typeface="Franklin Gothic Medium"/>
                        </a:rPr>
                        <a:t>Mts</a:t>
                      </a:r>
                      <a:endParaRPr sz="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8798E">
                        <a:alpha val="3999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5306567" y="5103812"/>
            <a:ext cx="23564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E6B2C"/>
                </a:solidFill>
                <a:latin typeface="Franklin Gothic Medium"/>
                <a:cs typeface="Franklin Gothic Medium"/>
              </a:rPr>
              <a:t>Ops</a:t>
            </a:r>
            <a:r>
              <a:rPr dirty="0" sz="1800" spc="-45">
                <a:solidFill>
                  <a:srgbClr val="2E6B2C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2E6B2C"/>
                </a:solidFill>
                <a:latin typeface="Franklin Gothic Medium"/>
                <a:cs typeface="Franklin Gothic Medium"/>
              </a:rPr>
              <a:t>Guardián</a:t>
            </a:r>
            <a:r>
              <a:rPr dirty="0" sz="1800" spc="15">
                <a:solidFill>
                  <a:srgbClr val="2E6B2C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2E6B2C"/>
                </a:solidFill>
                <a:latin typeface="Franklin Gothic Medium"/>
                <a:cs typeface="Franklin Gothic Medium"/>
              </a:rPr>
              <a:t>Soberano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87496" y="2847784"/>
            <a:ext cx="21107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E6B2C"/>
                </a:solidFill>
                <a:latin typeface="Franklin Gothic Medium"/>
                <a:cs typeface="Franklin Gothic Medium"/>
              </a:rPr>
              <a:t>Incidentes</a:t>
            </a:r>
            <a:r>
              <a:rPr dirty="0" sz="1800" spc="-90">
                <a:solidFill>
                  <a:srgbClr val="2E6B2C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10">
                <a:solidFill>
                  <a:srgbClr val="2E6B2C"/>
                </a:solidFill>
                <a:latin typeface="Franklin Gothic Medium"/>
                <a:cs typeface="Franklin Gothic Medium"/>
              </a:rPr>
              <a:t>relevantes</a:t>
            </a:r>
            <a:endParaRPr sz="1800">
              <a:latin typeface="Franklin Gothic Medium"/>
              <a:cs typeface="Franklin Gothic Medium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588" y="905129"/>
            <a:ext cx="1912811" cy="8395382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92023" y="1298448"/>
            <a:ext cx="946785" cy="937260"/>
            <a:chOff x="192023" y="1298448"/>
            <a:chExt cx="946785" cy="93726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023" y="1298448"/>
              <a:ext cx="946404" cy="93725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4319" y="1345184"/>
              <a:ext cx="741045" cy="247015"/>
            </a:xfrm>
            <a:custGeom>
              <a:avLst/>
              <a:gdLst/>
              <a:ahLst/>
              <a:cxnLst/>
              <a:rect l="l" t="t" r="r" b="b"/>
              <a:pathLst>
                <a:path w="741044" h="247015">
                  <a:moveTo>
                    <a:pt x="370331" y="0"/>
                  </a:moveTo>
                  <a:lnTo>
                    <a:pt x="321435" y="2915"/>
                  </a:lnTo>
                  <a:lnTo>
                    <a:pt x="274296" y="11433"/>
                  </a:lnTo>
                  <a:lnTo>
                    <a:pt x="229262" y="25213"/>
                  </a:lnTo>
                  <a:lnTo>
                    <a:pt x="186679" y="43915"/>
                  </a:lnTo>
                  <a:lnTo>
                    <a:pt x="146896" y="67198"/>
                  </a:lnTo>
                  <a:lnTo>
                    <a:pt x="110258" y="94722"/>
                  </a:lnTo>
                  <a:lnTo>
                    <a:pt x="77113" y="126146"/>
                  </a:lnTo>
                  <a:lnTo>
                    <a:pt x="47808" y="161129"/>
                  </a:lnTo>
                  <a:lnTo>
                    <a:pt x="22691" y="199331"/>
                  </a:lnTo>
                  <a:lnTo>
                    <a:pt x="2108" y="240411"/>
                  </a:lnTo>
                  <a:lnTo>
                    <a:pt x="0" y="247015"/>
                  </a:lnTo>
                  <a:lnTo>
                    <a:pt x="740664" y="247015"/>
                  </a:lnTo>
                  <a:lnTo>
                    <a:pt x="717984" y="199331"/>
                  </a:lnTo>
                  <a:lnTo>
                    <a:pt x="692866" y="161129"/>
                  </a:lnTo>
                  <a:lnTo>
                    <a:pt x="663560" y="126146"/>
                  </a:lnTo>
                  <a:lnTo>
                    <a:pt x="630413" y="94722"/>
                  </a:lnTo>
                  <a:lnTo>
                    <a:pt x="593774" y="67198"/>
                  </a:lnTo>
                  <a:lnTo>
                    <a:pt x="553988" y="43915"/>
                  </a:lnTo>
                  <a:lnTo>
                    <a:pt x="511404" y="25213"/>
                  </a:lnTo>
                  <a:lnTo>
                    <a:pt x="466368" y="11433"/>
                  </a:lnTo>
                  <a:lnTo>
                    <a:pt x="419228" y="2915"/>
                  </a:lnTo>
                  <a:lnTo>
                    <a:pt x="370331" y="0"/>
                  </a:lnTo>
                  <a:close/>
                </a:path>
              </a:pathLst>
            </a:custGeom>
            <a:solidFill>
              <a:srgbClr val="BEAB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74319" y="1345184"/>
              <a:ext cx="741045" cy="247015"/>
            </a:xfrm>
            <a:custGeom>
              <a:avLst/>
              <a:gdLst/>
              <a:ahLst/>
              <a:cxnLst/>
              <a:rect l="l" t="t" r="r" b="b"/>
              <a:pathLst>
                <a:path w="741044" h="247015">
                  <a:moveTo>
                    <a:pt x="370331" y="0"/>
                  </a:moveTo>
                  <a:lnTo>
                    <a:pt x="419228" y="2915"/>
                  </a:lnTo>
                  <a:lnTo>
                    <a:pt x="466368" y="11433"/>
                  </a:lnTo>
                  <a:lnTo>
                    <a:pt x="511404" y="25213"/>
                  </a:lnTo>
                  <a:lnTo>
                    <a:pt x="553988" y="43915"/>
                  </a:lnTo>
                  <a:lnTo>
                    <a:pt x="593774" y="67198"/>
                  </a:lnTo>
                  <a:lnTo>
                    <a:pt x="630413" y="94722"/>
                  </a:lnTo>
                  <a:lnTo>
                    <a:pt x="663560" y="126146"/>
                  </a:lnTo>
                  <a:lnTo>
                    <a:pt x="692866" y="161129"/>
                  </a:lnTo>
                  <a:lnTo>
                    <a:pt x="717984" y="199331"/>
                  </a:lnTo>
                  <a:lnTo>
                    <a:pt x="738568" y="240411"/>
                  </a:lnTo>
                  <a:lnTo>
                    <a:pt x="740664" y="247015"/>
                  </a:lnTo>
                  <a:lnTo>
                    <a:pt x="0" y="247015"/>
                  </a:lnTo>
                  <a:lnTo>
                    <a:pt x="22691" y="199331"/>
                  </a:lnTo>
                  <a:lnTo>
                    <a:pt x="47808" y="161129"/>
                  </a:lnTo>
                  <a:lnTo>
                    <a:pt x="77113" y="126146"/>
                  </a:lnTo>
                  <a:lnTo>
                    <a:pt x="110258" y="94722"/>
                  </a:lnTo>
                  <a:lnTo>
                    <a:pt x="146896" y="67198"/>
                  </a:lnTo>
                  <a:lnTo>
                    <a:pt x="186679" y="43915"/>
                  </a:lnTo>
                  <a:lnTo>
                    <a:pt x="229262" y="25213"/>
                  </a:lnTo>
                  <a:lnTo>
                    <a:pt x="274296" y="11433"/>
                  </a:lnTo>
                  <a:lnTo>
                    <a:pt x="321435" y="2915"/>
                  </a:lnTo>
                  <a:lnTo>
                    <a:pt x="370331" y="0"/>
                  </a:lnTo>
                  <a:close/>
                </a:path>
              </a:pathLst>
            </a:custGeom>
            <a:ln w="19056">
              <a:solidFill>
                <a:srgbClr val="BEAB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37743" y="1592199"/>
              <a:ext cx="805180" cy="549275"/>
            </a:xfrm>
            <a:custGeom>
              <a:avLst/>
              <a:gdLst/>
              <a:ahLst/>
              <a:cxnLst/>
              <a:rect l="l" t="t" r="r" b="b"/>
              <a:pathLst>
                <a:path w="805180" h="549275">
                  <a:moveTo>
                    <a:pt x="775169" y="0"/>
                  </a:moveTo>
                  <a:lnTo>
                    <a:pt x="29502" y="0"/>
                  </a:lnTo>
                  <a:lnTo>
                    <a:pt x="8178" y="68325"/>
                  </a:lnTo>
                  <a:lnTo>
                    <a:pt x="4639" y="88034"/>
                  </a:lnTo>
                  <a:lnTo>
                    <a:pt x="2079" y="108076"/>
                  </a:lnTo>
                  <a:lnTo>
                    <a:pt x="524" y="128404"/>
                  </a:lnTo>
                  <a:lnTo>
                    <a:pt x="0" y="148971"/>
                  </a:lnTo>
                  <a:lnTo>
                    <a:pt x="2706" y="195634"/>
                  </a:lnTo>
                  <a:lnTo>
                    <a:pt x="10626" y="240717"/>
                  </a:lnTo>
                  <a:lnTo>
                    <a:pt x="23456" y="283921"/>
                  </a:lnTo>
                  <a:lnTo>
                    <a:pt x="40894" y="324944"/>
                  </a:lnTo>
                  <a:lnTo>
                    <a:pt x="62640" y="363487"/>
                  </a:lnTo>
                  <a:lnTo>
                    <a:pt x="88390" y="399248"/>
                  </a:lnTo>
                  <a:lnTo>
                    <a:pt x="117843" y="431926"/>
                  </a:lnTo>
                  <a:lnTo>
                    <a:pt x="150697" y="461223"/>
                  </a:lnTo>
                  <a:lnTo>
                    <a:pt x="186650" y="486837"/>
                  </a:lnTo>
                  <a:lnTo>
                    <a:pt x="225400" y="508468"/>
                  </a:lnTo>
                  <a:lnTo>
                    <a:pt x="266646" y="525814"/>
                  </a:lnTo>
                  <a:lnTo>
                    <a:pt x="310085" y="538577"/>
                  </a:lnTo>
                  <a:lnTo>
                    <a:pt x="355416" y="546455"/>
                  </a:lnTo>
                  <a:lnTo>
                    <a:pt x="402336" y="549148"/>
                  </a:lnTo>
                  <a:lnTo>
                    <a:pt x="449255" y="546455"/>
                  </a:lnTo>
                  <a:lnTo>
                    <a:pt x="494586" y="538577"/>
                  </a:lnTo>
                  <a:lnTo>
                    <a:pt x="538025" y="525814"/>
                  </a:lnTo>
                  <a:lnTo>
                    <a:pt x="579271" y="508468"/>
                  </a:lnTo>
                  <a:lnTo>
                    <a:pt x="618021" y="486837"/>
                  </a:lnTo>
                  <a:lnTo>
                    <a:pt x="653974" y="461223"/>
                  </a:lnTo>
                  <a:lnTo>
                    <a:pt x="686828" y="431926"/>
                  </a:lnTo>
                  <a:lnTo>
                    <a:pt x="716281" y="399248"/>
                  </a:lnTo>
                  <a:lnTo>
                    <a:pt x="742031" y="363487"/>
                  </a:lnTo>
                  <a:lnTo>
                    <a:pt x="763777" y="324944"/>
                  </a:lnTo>
                  <a:lnTo>
                    <a:pt x="781215" y="283921"/>
                  </a:lnTo>
                  <a:lnTo>
                    <a:pt x="794045" y="240717"/>
                  </a:lnTo>
                  <a:lnTo>
                    <a:pt x="801965" y="195634"/>
                  </a:lnTo>
                  <a:lnTo>
                    <a:pt x="804672" y="148971"/>
                  </a:lnTo>
                  <a:lnTo>
                    <a:pt x="804147" y="128404"/>
                  </a:lnTo>
                  <a:lnTo>
                    <a:pt x="802592" y="108076"/>
                  </a:lnTo>
                  <a:lnTo>
                    <a:pt x="800032" y="88034"/>
                  </a:lnTo>
                  <a:lnTo>
                    <a:pt x="796493" y="68325"/>
                  </a:lnTo>
                  <a:lnTo>
                    <a:pt x="7751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37743" y="1592199"/>
              <a:ext cx="805180" cy="549275"/>
            </a:xfrm>
            <a:custGeom>
              <a:avLst/>
              <a:gdLst/>
              <a:ahLst/>
              <a:cxnLst/>
              <a:rect l="l" t="t" r="r" b="b"/>
              <a:pathLst>
                <a:path w="805180" h="549275">
                  <a:moveTo>
                    <a:pt x="29502" y="0"/>
                  </a:moveTo>
                  <a:lnTo>
                    <a:pt x="775169" y="0"/>
                  </a:lnTo>
                  <a:lnTo>
                    <a:pt x="796493" y="68325"/>
                  </a:lnTo>
                  <a:lnTo>
                    <a:pt x="800032" y="88034"/>
                  </a:lnTo>
                  <a:lnTo>
                    <a:pt x="802592" y="108076"/>
                  </a:lnTo>
                  <a:lnTo>
                    <a:pt x="804147" y="128404"/>
                  </a:lnTo>
                  <a:lnTo>
                    <a:pt x="804672" y="148971"/>
                  </a:lnTo>
                  <a:lnTo>
                    <a:pt x="801965" y="195634"/>
                  </a:lnTo>
                  <a:lnTo>
                    <a:pt x="794045" y="240717"/>
                  </a:lnTo>
                  <a:lnTo>
                    <a:pt x="781215" y="283921"/>
                  </a:lnTo>
                  <a:lnTo>
                    <a:pt x="763777" y="324944"/>
                  </a:lnTo>
                  <a:lnTo>
                    <a:pt x="742031" y="363487"/>
                  </a:lnTo>
                  <a:lnTo>
                    <a:pt x="716281" y="399248"/>
                  </a:lnTo>
                  <a:lnTo>
                    <a:pt x="686828" y="431926"/>
                  </a:lnTo>
                  <a:lnTo>
                    <a:pt x="653974" y="461223"/>
                  </a:lnTo>
                  <a:lnTo>
                    <a:pt x="618021" y="486837"/>
                  </a:lnTo>
                  <a:lnTo>
                    <a:pt x="579271" y="508468"/>
                  </a:lnTo>
                  <a:lnTo>
                    <a:pt x="538025" y="525814"/>
                  </a:lnTo>
                  <a:lnTo>
                    <a:pt x="494586" y="538577"/>
                  </a:lnTo>
                  <a:lnTo>
                    <a:pt x="449255" y="546455"/>
                  </a:lnTo>
                  <a:lnTo>
                    <a:pt x="402336" y="549148"/>
                  </a:lnTo>
                  <a:lnTo>
                    <a:pt x="355416" y="546455"/>
                  </a:lnTo>
                  <a:lnTo>
                    <a:pt x="310085" y="538577"/>
                  </a:lnTo>
                  <a:lnTo>
                    <a:pt x="266646" y="525814"/>
                  </a:lnTo>
                  <a:lnTo>
                    <a:pt x="225400" y="508468"/>
                  </a:lnTo>
                  <a:lnTo>
                    <a:pt x="186650" y="486837"/>
                  </a:lnTo>
                  <a:lnTo>
                    <a:pt x="150697" y="461223"/>
                  </a:lnTo>
                  <a:lnTo>
                    <a:pt x="117843" y="431926"/>
                  </a:lnTo>
                  <a:lnTo>
                    <a:pt x="88390" y="399248"/>
                  </a:lnTo>
                  <a:lnTo>
                    <a:pt x="62640" y="363487"/>
                  </a:lnTo>
                  <a:lnTo>
                    <a:pt x="40894" y="324944"/>
                  </a:lnTo>
                  <a:lnTo>
                    <a:pt x="23456" y="283921"/>
                  </a:lnTo>
                  <a:lnTo>
                    <a:pt x="10626" y="240717"/>
                  </a:lnTo>
                  <a:lnTo>
                    <a:pt x="2706" y="195634"/>
                  </a:lnTo>
                  <a:lnTo>
                    <a:pt x="0" y="148971"/>
                  </a:lnTo>
                  <a:lnTo>
                    <a:pt x="524" y="128404"/>
                  </a:lnTo>
                  <a:lnTo>
                    <a:pt x="2079" y="108076"/>
                  </a:lnTo>
                  <a:lnTo>
                    <a:pt x="4639" y="88034"/>
                  </a:lnTo>
                  <a:lnTo>
                    <a:pt x="8178" y="68325"/>
                  </a:lnTo>
                  <a:lnTo>
                    <a:pt x="29502" y="0"/>
                  </a:lnTo>
                  <a:close/>
                </a:path>
              </a:pathLst>
            </a:custGeom>
            <a:ln w="19056">
              <a:solidFill>
                <a:srgbClr val="BEAB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21013" y="7680959"/>
            <a:ext cx="971550" cy="2134870"/>
            <a:chOff x="21013" y="7680959"/>
            <a:chExt cx="971550" cy="213487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013" y="9307817"/>
              <a:ext cx="193870" cy="18611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" y="7680959"/>
              <a:ext cx="937260" cy="96469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055" y="7768586"/>
              <a:ext cx="895150" cy="204721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99998" y="1337479"/>
            <a:ext cx="287655" cy="53975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200" spc="-95">
                <a:solidFill>
                  <a:srgbClr val="FFFFFF"/>
                </a:solidFill>
                <a:latin typeface="Franklin Gothic Medium"/>
                <a:cs typeface="Franklin Gothic Medium"/>
              </a:rPr>
              <a:t>MZN</a:t>
            </a:r>
            <a:endParaRPr sz="1200">
              <a:latin typeface="Franklin Gothic Medium"/>
              <a:cs typeface="Franklin Gothic Medium"/>
            </a:endParaRPr>
          </a:p>
          <a:p>
            <a:pPr marL="13970">
              <a:lnSpc>
                <a:spcPct val="100000"/>
              </a:lnSpc>
              <a:spcBef>
                <a:spcPts val="254"/>
              </a:spcBef>
            </a:pPr>
            <a:r>
              <a:rPr dirty="0" sz="1800" spc="-350" b="1">
                <a:latin typeface="Trebuchet MS"/>
                <a:cs typeface="Trebuchet MS"/>
              </a:rPr>
              <a:t>xxx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2432" y="7857381"/>
            <a:ext cx="579755" cy="61849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1050" spc="-80">
                <a:solidFill>
                  <a:srgbClr val="FFFFFF"/>
                </a:solidFill>
                <a:latin typeface="Franklin Gothic Medium"/>
                <a:cs typeface="Franklin Gothic Medium"/>
              </a:rPr>
              <a:t>ANTÁRTICA</a:t>
            </a:r>
            <a:endParaRPr sz="1050">
              <a:latin typeface="Franklin Gothic Medium"/>
              <a:cs typeface="Franklin Gothic Medium"/>
            </a:endParaRPr>
          </a:p>
          <a:p>
            <a:pPr algn="ctr" marR="5080">
              <a:lnSpc>
                <a:spcPct val="100000"/>
              </a:lnSpc>
              <a:spcBef>
                <a:spcPts val="640"/>
              </a:spcBef>
            </a:pPr>
            <a:r>
              <a:rPr dirty="0" sz="2000" spc="-415" b="1">
                <a:solidFill>
                  <a:srgbClr val="404040"/>
                </a:solidFill>
                <a:latin typeface="Trebuchet MS"/>
                <a:cs typeface="Trebuchet MS"/>
              </a:rPr>
              <a:t>xx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64592" y="4535423"/>
            <a:ext cx="955675" cy="955675"/>
            <a:chOff x="164592" y="4535423"/>
            <a:chExt cx="955675" cy="955675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4592" y="4535423"/>
              <a:ext cx="955547" cy="9555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37744" y="4584572"/>
              <a:ext cx="749935" cy="256540"/>
            </a:xfrm>
            <a:custGeom>
              <a:avLst/>
              <a:gdLst/>
              <a:ahLst/>
              <a:cxnLst/>
              <a:rect l="l" t="t" r="r" b="b"/>
              <a:pathLst>
                <a:path w="749935" h="256539">
                  <a:moveTo>
                    <a:pt x="374904" y="0"/>
                  </a:moveTo>
                  <a:lnTo>
                    <a:pt x="325403" y="3023"/>
                  </a:lnTo>
                  <a:lnTo>
                    <a:pt x="277682" y="11857"/>
                  </a:lnTo>
                  <a:lnTo>
                    <a:pt x="232092" y="26149"/>
                  </a:lnTo>
                  <a:lnTo>
                    <a:pt x="188983" y="45545"/>
                  </a:lnTo>
                  <a:lnTo>
                    <a:pt x="148709" y="69691"/>
                  </a:lnTo>
                  <a:lnTo>
                    <a:pt x="111618" y="98233"/>
                  </a:lnTo>
                  <a:lnTo>
                    <a:pt x="78065" y="130819"/>
                  </a:lnTo>
                  <a:lnTo>
                    <a:pt x="48398" y="167095"/>
                  </a:lnTo>
                  <a:lnTo>
                    <a:pt x="22970" y="206706"/>
                  </a:lnTo>
                  <a:lnTo>
                    <a:pt x="2133" y="249300"/>
                  </a:lnTo>
                  <a:lnTo>
                    <a:pt x="0" y="256158"/>
                  </a:lnTo>
                  <a:lnTo>
                    <a:pt x="749808" y="256158"/>
                  </a:lnTo>
                  <a:lnTo>
                    <a:pt x="726837" y="206706"/>
                  </a:lnTo>
                  <a:lnTo>
                    <a:pt x="701409" y="167095"/>
                  </a:lnTo>
                  <a:lnTo>
                    <a:pt x="671742" y="130819"/>
                  </a:lnTo>
                  <a:lnTo>
                    <a:pt x="638189" y="98233"/>
                  </a:lnTo>
                  <a:lnTo>
                    <a:pt x="601098" y="69691"/>
                  </a:lnTo>
                  <a:lnTo>
                    <a:pt x="560824" y="45545"/>
                  </a:lnTo>
                  <a:lnTo>
                    <a:pt x="517715" y="26149"/>
                  </a:lnTo>
                  <a:lnTo>
                    <a:pt x="472125" y="11857"/>
                  </a:lnTo>
                  <a:lnTo>
                    <a:pt x="424404" y="3023"/>
                  </a:lnTo>
                  <a:lnTo>
                    <a:pt x="374904" y="0"/>
                  </a:lnTo>
                  <a:close/>
                </a:path>
              </a:pathLst>
            </a:custGeom>
            <a:solidFill>
              <a:srgbClr val="8B9C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37744" y="4584572"/>
              <a:ext cx="749935" cy="256540"/>
            </a:xfrm>
            <a:custGeom>
              <a:avLst/>
              <a:gdLst/>
              <a:ahLst/>
              <a:cxnLst/>
              <a:rect l="l" t="t" r="r" b="b"/>
              <a:pathLst>
                <a:path w="749935" h="256539">
                  <a:moveTo>
                    <a:pt x="374904" y="0"/>
                  </a:moveTo>
                  <a:lnTo>
                    <a:pt x="424404" y="3023"/>
                  </a:lnTo>
                  <a:lnTo>
                    <a:pt x="472125" y="11857"/>
                  </a:lnTo>
                  <a:lnTo>
                    <a:pt x="517715" y="26149"/>
                  </a:lnTo>
                  <a:lnTo>
                    <a:pt x="560824" y="45545"/>
                  </a:lnTo>
                  <a:lnTo>
                    <a:pt x="601098" y="69691"/>
                  </a:lnTo>
                  <a:lnTo>
                    <a:pt x="638189" y="98233"/>
                  </a:lnTo>
                  <a:lnTo>
                    <a:pt x="671742" y="130819"/>
                  </a:lnTo>
                  <a:lnTo>
                    <a:pt x="701409" y="167095"/>
                  </a:lnTo>
                  <a:lnTo>
                    <a:pt x="726837" y="206706"/>
                  </a:lnTo>
                  <a:lnTo>
                    <a:pt x="747674" y="249300"/>
                  </a:lnTo>
                  <a:lnTo>
                    <a:pt x="749808" y="256158"/>
                  </a:lnTo>
                  <a:lnTo>
                    <a:pt x="0" y="256158"/>
                  </a:lnTo>
                  <a:lnTo>
                    <a:pt x="22970" y="206706"/>
                  </a:lnTo>
                  <a:lnTo>
                    <a:pt x="48398" y="167095"/>
                  </a:lnTo>
                  <a:lnTo>
                    <a:pt x="78065" y="130819"/>
                  </a:lnTo>
                  <a:lnTo>
                    <a:pt x="111618" y="98233"/>
                  </a:lnTo>
                  <a:lnTo>
                    <a:pt x="148709" y="69691"/>
                  </a:lnTo>
                  <a:lnTo>
                    <a:pt x="188983" y="45545"/>
                  </a:lnTo>
                  <a:lnTo>
                    <a:pt x="232092" y="26149"/>
                  </a:lnTo>
                  <a:lnTo>
                    <a:pt x="277682" y="11857"/>
                  </a:lnTo>
                  <a:lnTo>
                    <a:pt x="325403" y="3023"/>
                  </a:lnTo>
                  <a:lnTo>
                    <a:pt x="374904" y="0"/>
                  </a:lnTo>
                  <a:close/>
                </a:path>
              </a:pathLst>
            </a:custGeom>
            <a:ln w="19056">
              <a:solidFill>
                <a:srgbClr val="8B9C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10311" y="4840731"/>
              <a:ext cx="814069" cy="558800"/>
            </a:xfrm>
            <a:custGeom>
              <a:avLst/>
              <a:gdLst/>
              <a:ahLst/>
              <a:cxnLst/>
              <a:rect l="l" t="t" r="r" b="b"/>
              <a:pathLst>
                <a:path w="814069" h="558800">
                  <a:moveTo>
                    <a:pt x="783983" y="0"/>
                  </a:moveTo>
                  <a:lnTo>
                    <a:pt x="29832" y="0"/>
                  </a:lnTo>
                  <a:lnTo>
                    <a:pt x="8267" y="69469"/>
                  </a:lnTo>
                  <a:lnTo>
                    <a:pt x="4688" y="89538"/>
                  </a:lnTo>
                  <a:lnTo>
                    <a:pt x="2100" y="109918"/>
                  </a:lnTo>
                  <a:lnTo>
                    <a:pt x="529" y="130583"/>
                  </a:lnTo>
                  <a:lnTo>
                    <a:pt x="0" y="151511"/>
                  </a:lnTo>
                  <a:lnTo>
                    <a:pt x="2737" y="198951"/>
                  </a:lnTo>
                  <a:lnTo>
                    <a:pt x="10746" y="244783"/>
                  </a:lnTo>
                  <a:lnTo>
                    <a:pt x="23722" y="288703"/>
                  </a:lnTo>
                  <a:lnTo>
                    <a:pt x="41359" y="330404"/>
                  </a:lnTo>
                  <a:lnTo>
                    <a:pt x="63351" y="369583"/>
                  </a:lnTo>
                  <a:lnTo>
                    <a:pt x="89393" y="405933"/>
                  </a:lnTo>
                  <a:lnTo>
                    <a:pt x="119181" y="439150"/>
                  </a:lnTo>
                  <a:lnTo>
                    <a:pt x="152408" y="468928"/>
                  </a:lnTo>
                  <a:lnTo>
                    <a:pt x="188770" y="494962"/>
                  </a:lnTo>
                  <a:lnTo>
                    <a:pt x="227961" y="516947"/>
                  </a:lnTo>
                  <a:lnTo>
                    <a:pt x="269675" y="534577"/>
                  </a:lnTo>
                  <a:lnTo>
                    <a:pt x="313608" y="547548"/>
                  </a:lnTo>
                  <a:lnTo>
                    <a:pt x="359454" y="555555"/>
                  </a:lnTo>
                  <a:lnTo>
                    <a:pt x="406908" y="558292"/>
                  </a:lnTo>
                  <a:lnTo>
                    <a:pt x="454361" y="555555"/>
                  </a:lnTo>
                  <a:lnTo>
                    <a:pt x="500207" y="547548"/>
                  </a:lnTo>
                  <a:lnTo>
                    <a:pt x="544140" y="534577"/>
                  </a:lnTo>
                  <a:lnTo>
                    <a:pt x="585854" y="516947"/>
                  </a:lnTo>
                  <a:lnTo>
                    <a:pt x="625045" y="494962"/>
                  </a:lnTo>
                  <a:lnTo>
                    <a:pt x="661407" y="468928"/>
                  </a:lnTo>
                  <a:lnTo>
                    <a:pt x="694634" y="439150"/>
                  </a:lnTo>
                  <a:lnTo>
                    <a:pt x="724422" y="405933"/>
                  </a:lnTo>
                  <a:lnTo>
                    <a:pt x="750464" y="369583"/>
                  </a:lnTo>
                  <a:lnTo>
                    <a:pt x="772456" y="330404"/>
                  </a:lnTo>
                  <a:lnTo>
                    <a:pt x="790093" y="288703"/>
                  </a:lnTo>
                  <a:lnTo>
                    <a:pt x="803069" y="244783"/>
                  </a:lnTo>
                  <a:lnTo>
                    <a:pt x="811078" y="198951"/>
                  </a:lnTo>
                  <a:lnTo>
                    <a:pt x="813816" y="151511"/>
                  </a:lnTo>
                  <a:lnTo>
                    <a:pt x="813286" y="130583"/>
                  </a:lnTo>
                  <a:lnTo>
                    <a:pt x="811715" y="109918"/>
                  </a:lnTo>
                  <a:lnTo>
                    <a:pt x="809127" y="89538"/>
                  </a:lnTo>
                  <a:lnTo>
                    <a:pt x="805548" y="69469"/>
                  </a:lnTo>
                  <a:lnTo>
                    <a:pt x="7839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10311" y="4840731"/>
              <a:ext cx="814069" cy="558800"/>
            </a:xfrm>
            <a:custGeom>
              <a:avLst/>
              <a:gdLst/>
              <a:ahLst/>
              <a:cxnLst/>
              <a:rect l="l" t="t" r="r" b="b"/>
              <a:pathLst>
                <a:path w="814069" h="558800">
                  <a:moveTo>
                    <a:pt x="29832" y="0"/>
                  </a:moveTo>
                  <a:lnTo>
                    <a:pt x="783983" y="0"/>
                  </a:lnTo>
                  <a:lnTo>
                    <a:pt x="805548" y="69469"/>
                  </a:lnTo>
                  <a:lnTo>
                    <a:pt x="809127" y="89538"/>
                  </a:lnTo>
                  <a:lnTo>
                    <a:pt x="811715" y="109918"/>
                  </a:lnTo>
                  <a:lnTo>
                    <a:pt x="813286" y="130583"/>
                  </a:lnTo>
                  <a:lnTo>
                    <a:pt x="813816" y="151511"/>
                  </a:lnTo>
                  <a:lnTo>
                    <a:pt x="811078" y="198951"/>
                  </a:lnTo>
                  <a:lnTo>
                    <a:pt x="803069" y="244783"/>
                  </a:lnTo>
                  <a:lnTo>
                    <a:pt x="790093" y="288703"/>
                  </a:lnTo>
                  <a:lnTo>
                    <a:pt x="772456" y="330404"/>
                  </a:lnTo>
                  <a:lnTo>
                    <a:pt x="750464" y="369583"/>
                  </a:lnTo>
                  <a:lnTo>
                    <a:pt x="724422" y="405933"/>
                  </a:lnTo>
                  <a:lnTo>
                    <a:pt x="694634" y="439150"/>
                  </a:lnTo>
                  <a:lnTo>
                    <a:pt x="661407" y="468928"/>
                  </a:lnTo>
                  <a:lnTo>
                    <a:pt x="625045" y="494962"/>
                  </a:lnTo>
                  <a:lnTo>
                    <a:pt x="585854" y="516947"/>
                  </a:lnTo>
                  <a:lnTo>
                    <a:pt x="544140" y="534577"/>
                  </a:lnTo>
                  <a:lnTo>
                    <a:pt x="500207" y="547548"/>
                  </a:lnTo>
                  <a:lnTo>
                    <a:pt x="454361" y="555555"/>
                  </a:lnTo>
                  <a:lnTo>
                    <a:pt x="406908" y="558292"/>
                  </a:lnTo>
                  <a:lnTo>
                    <a:pt x="359454" y="555555"/>
                  </a:lnTo>
                  <a:lnTo>
                    <a:pt x="313608" y="547548"/>
                  </a:lnTo>
                  <a:lnTo>
                    <a:pt x="269675" y="534577"/>
                  </a:lnTo>
                  <a:lnTo>
                    <a:pt x="227961" y="516947"/>
                  </a:lnTo>
                  <a:lnTo>
                    <a:pt x="188770" y="494962"/>
                  </a:lnTo>
                  <a:lnTo>
                    <a:pt x="152408" y="468928"/>
                  </a:lnTo>
                  <a:lnTo>
                    <a:pt x="119181" y="439150"/>
                  </a:lnTo>
                  <a:lnTo>
                    <a:pt x="89393" y="405933"/>
                  </a:lnTo>
                  <a:lnTo>
                    <a:pt x="63351" y="369583"/>
                  </a:lnTo>
                  <a:lnTo>
                    <a:pt x="41359" y="330404"/>
                  </a:lnTo>
                  <a:lnTo>
                    <a:pt x="23722" y="288703"/>
                  </a:lnTo>
                  <a:lnTo>
                    <a:pt x="10746" y="244783"/>
                  </a:lnTo>
                  <a:lnTo>
                    <a:pt x="2737" y="198951"/>
                  </a:lnTo>
                  <a:lnTo>
                    <a:pt x="0" y="151511"/>
                  </a:lnTo>
                  <a:lnTo>
                    <a:pt x="529" y="130583"/>
                  </a:lnTo>
                  <a:lnTo>
                    <a:pt x="2100" y="109918"/>
                  </a:lnTo>
                  <a:lnTo>
                    <a:pt x="4688" y="89538"/>
                  </a:lnTo>
                  <a:lnTo>
                    <a:pt x="8267" y="69469"/>
                  </a:lnTo>
                  <a:lnTo>
                    <a:pt x="29832" y="0"/>
                  </a:lnTo>
                  <a:close/>
                </a:path>
              </a:pathLst>
            </a:custGeom>
            <a:ln w="19056">
              <a:solidFill>
                <a:srgbClr val="8B9C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74459" y="4608573"/>
            <a:ext cx="285115" cy="51943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225"/>
              </a:spcBef>
            </a:pPr>
            <a:r>
              <a:rPr dirty="0" sz="1200" spc="-75">
                <a:solidFill>
                  <a:srgbClr val="FFFFFF"/>
                </a:solidFill>
                <a:latin typeface="Franklin Gothic Medium"/>
                <a:cs typeface="Franklin Gothic Medium"/>
              </a:rPr>
              <a:t>MZS</a:t>
            </a:r>
            <a:endParaRPr sz="12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800" spc="-355" b="1">
                <a:latin typeface="Trebuchet MS"/>
                <a:cs typeface="Trebuchet MS"/>
              </a:rPr>
              <a:t>xxx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4488686" y="948688"/>
          <a:ext cx="2257425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2630"/>
                <a:gridCol w="722630"/>
                <a:gridCol w="722629"/>
              </a:tblGrid>
              <a:tr h="228600">
                <a:tc gridSpan="3">
                  <a:txBody>
                    <a:bodyPr/>
                    <a:lstStyle/>
                    <a:p>
                      <a:pPr marL="4870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900" spc="70" b="1">
                          <a:latin typeface="Calibri"/>
                          <a:cs typeface="Calibri"/>
                        </a:rPr>
                        <a:t>DESPLEGADOS</a:t>
                      </a:r>
                      <a:r>
                        <a:rPr dirty="0" sz="900" spc="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70" b="1"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900" spc="-9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 b="1">
                          <a:latin typeface="Calibri"/>
                          <a:cs typeface="Calibri"/>
                        </a:rPr>
                        <a:t>MZs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5760"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FUERZA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FORMAN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FALTAN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 gridSpan="3"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900" spc="20" b="1">
                          <a:latin typeface="Calibri"/>
                          <a:cs typeface="Calibri"/>
                        </a:rPr>
                        <a:t>OTRAS</a:t>
                      </a:r>
                      <a:r>
                        <a:rPr dirty="0" sz="9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20" b="1">
                          <a:latin typeface="Calibri"/>
                          <a:cs typeface="Calibri"/>
                        </a:rPr>
                        <a:t>MOOTW</a:t>
                      </a:r>
                      <a:r>
                        <a:rPr dirty="0" sz="900" spc="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50" b="1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900" spc="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50" b="1">
                          <a:latin typeface="Calibri"/>
                          <a:cs typeface="Calibri"/>
                        </a:rPr>
                        <a:t>CATASTRÓFES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8600"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FUERZA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FORMAN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FALTAN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 gridSpan="3">
                  <a:txBody>
                    <a:bodyPr/>
                    <a:lstStyle/>
                    <a:p>
                      <a:pPr marL="5264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900" spc="55" b="1">
                          <a:latin typeface="Calibri"/>
                          <a:cs typeface="Calibri"/>
                        </a:rPr>
                        <a:t>OTROS</a:t>
                      </a:r>
                      <a:r>
                        <a:rPr dirty="0" sz="9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60" b="1">
                          <a:latin typeface="Calibri"/>
                          <a:cs typeface="Calibri"/>
                        </a:rPr>
                        <a:t>DESPLIEGUES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8600">
                <a:tc gridSpan="2">
                  <a:txBody>
                    <a:bodyPr/>
                    <a:lstStyle/>
                    <a:p>
                      <a:pPr marL="42862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900" spc="-10" b="1">
                          <a:latin typeface="Calibri"/>
                          <a:cs typeface="Calibri"/>
                        </a:rPr>
                        <a:t>ANTÁRTICA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 gridSpan="2">
                  <a:txBody>
                    <a:bodyPr/>
                    <a:lstStyle/>
                    <a:p>
                      <a:pPr algn="ctr" marL="1778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00" spc="35" b="1">
                          <a:latin typeface="Calibri"/>
                          <a:cs typeface="Calibri"/>
                        </a:rPr>
                        <a:t>OPAZ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6728331" y="948688"/>
          <a:ext cx="1066165" cy="1249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8315"/>
                <a:gridCol w="488315"/>
              </a:tblGrid>
              <a:tr h="228600">
                <a:tc gridSpan="2"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900" spc="20" b="1">
                          <a:latin typeface="Calibri"/>
                          <a:cs typeface="Calibri"/>
                        </a:rPr>
                        <a:t>FUERZA</a:t>
                      </a:r>
                      <a:r>
                        <a:rPr dirty="0" sz="900" spc="18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105" b="1">
                          <a:latin typeface="Calibri"/>
                          <a:cs typeface="Calibri"/>
                        </a:rPr>
                        <a:t>SLC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6B0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35280">
                <a:tc>
                  <a:txBody>
                    <a:bodyPr/>
                    <a:lstStyle/>
                    <a:p>
                      <a:pPr marL="144145" marR="81915" indent="-40005">
                        <a:lnSpc>
                          <a:spcPct val="105200"/>
                        </a:lnSpc>
                        <a:spcBef>
                          <a:spcPts val="245"/>
                        </a:spcBef>
                      </a:pPr>
                      <a:r>
                        <a:rPr dirty="0" sz="800" spc="50">
                          <a:latin typeface="Calibri"/>
                          <a:cs typeface="Calibri"/>
                        </a:rPr>
                        <a:t>CLASE 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2006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900" spc="-10" b="1">
                          <a:latin typeface="Calibri"/>
                          <a:cs typeface="Calibri"/>
                        </a:rPr>
                        <a:t>2.305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965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marL="104775" marR="82550">
                        <a:lnSpc>
                          <a:spcPct val="101400"/>
                        </a:lnSpc>
                        <a:spcBef>
                          <a:spcPts val="285"/>
                        </a:spcBef>
                      </a:pPr>
                      <a:r>
                        <a:rPr dirty="0" sz="800" spc="50">
                          <a:latin typeface="Calibri"/>
                          <a:cs typeface="Calibri"/>
                        </a:rPr>
                        <a:t>CLASE 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2007</a:t>
                      </a:r>
                      <a:r>
                        <a:rPr dirty="0" sz="8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(ACU.)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23495">
                        <a:lnSpc>
                          <a:spcPct val="100000"/>
                        </a:lnSpc>
                      </a:pPr>
                      <a:r>
                        <a:rPr dirty="0" sz="900" spc="-10" b="1">
                          <a:latin typeface="Calibri"/>
                          <a:cs typeface="Calibri"/>
                        </a:rPr>
                        <a:t>5.911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TOTAL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900" spc="-10" b="1">
                          <a:latin typeface="Calibri"/>
                          <a:cs typeface="Calibri"/>
                        </a:rPr>
                        <a:t>8.216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35" name="object 35"/>
          <p:cNvGrpSpPr/>
          <p:nvPr/>
        </p:nvGrpSpPr>
        <p:grpSpPr>
          <a:xfrm>
            <a:off x="2101061" y="1722371"/>
            <a:ext cx="868044" cy="868680"/>
            <a:chOff x="2101061" y="1722371"/>
            <a:chExt cx="868044" cy="868680"/>
          </a:xfrm>
        </p:grpSpPr>
        <p:sp>
          <p:nvSpPr>
            <p:cNvPr id="36" name="object 36"/>
            <p:cNvSpPr/>
            <p:nvPr/>
          </p:nvSpPr>
          <p:spPr>
            <a:xfrm>
              <a:off x="2534666" y="1731899"/>
              <a:ext cx="424815" cy="690880"/>
            </a:xfrm>
            <a:custGeom>
              <a:avLst/>
              <a:gdLst/>
              <a:ahLst/>
              <a:cxnLst/>
              <a:rect l="l" t="t" r="r" b="b"/>
              <a:pathLst>
                <a:path w="424814" h="690880">
                  <a:moveTo>
                    <a:pt x="0" y="0"/>
                  </a:moveTo>
                  <a:lnTo>
                    <a:pt x="46252" y="2491"/>
                  </a:lnTo>
                  <a:lnTo>
                    <a:pt x="91061" y="9794"/>
                  </a:lnTo>
                  <a:lnTo>
                    <a:pt x="134166" y="21648"/>
                  </a:lnTo>
                  <a:lnTo>
                    <a:pt x="175311" y="37796"/>
                  </a:lnTo>
                  <a:lnTo>
                    <a:pt x="214234" y="57977"/>
                  </a:lnTo>
                  <a:lnTo>
                    <a:pt x="250679" y="81934"/>
                  </a:lnTo>
                  <a:lnTo>
                    <a:pt x="284386" y="109406"/>
                  </a:lnTo>
                  <a:lnTo>
                    <a:pt x="315097" y="140136"/>
                  </a:lnTo>
                  <a:lnTo>
                    <a:pt x="342552" y="173864"/>
                  </a:lnTo>
                  <a:lnTo>
                    <a:pt x="366493" y="210330"/>
                  </a:lnTo>
                  <a:lnTo>
                    <a:pt x="386662" y="249277"/>
                  </a:lnTo>
                  <a:lnTo>
                    <a:pt x="402799" y="290445"/>
                  </a:lnTo>
                  <a:lnTo>
                    <a:pt x="414646" y="333576"/>
                  </a:lnTo>
                  <a:lnTo>
                    <a:pt x="421943" y="378410"/>
                  </a:lnTo>
                  <a:lnTo>
                    <a:pt x="424433" y="424687"/>
                  </a:lnTo>
                  <a:lnTo>
                    <a:pt x="421717" y="472750"/>
                  </a:lnTo>
                  <a:lnTo>
                    <a:pt x="413662" y="519881"/>
                  </a:lnTo>
                  <a:lnTo>
                    <a:pt x="400415" y="565657"/>
                  </a:lnTo>
                  <a:lnTo>
                    <a:pt x="382119" y="609656"/>
                  </a:lnTo>
                  <a:lnTo>
                    <a:pt x="358920" y="651453"/>
                  </a:lnTo>
                  <a:lnTo>
                    <a:pt x="330961" y="690626"/>
                  </a:lnTo>
                  <a:lnTo>
                    <a:pt x="0" y="424687"/>
                  </a:lnTo>
                  <a:lnTo>
                    <a:pt x="0" y="0"/>
                  </a:lnTo>
                  <a:close/>
                </a:path>
              </a:pathLst>
            </a:custGeom>
            <a:ln w="19056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110589" y="1731899"/>
              <a:ext cx="755650" cy="849630"/>
            </a:xfrm>
            <a:custGeom>
              <a:avLst/>
              <a:gdLst/>
              <a:ahLst/>
              <a:cxnLst/>
              <a:rect l="l" t="t" r="r" b="b"/>
              <a:pathLst>
                <a:path w="755650" h="849630">
                  <a:moveTo>
                    <a:pt x="424076" y="0"/>
                  </a:moveTo>
                  <a:lnTo>
                    <a:pt x="376220" y="2700"/>
                  </a:lnTo>
                  <a:lnTo>
                    <a:pt x="329411" y="10677"/>
                  </a:lnTo>
                  <a:lnTo>
                    <a:pt x="284052" y="23741"/>
                  </a:lnTo>
                  <a:lnTo>
                    <a:pt x="240545" y="41703"/>
                  </a:lnTo>
                  <a:lnTo>
                    <a:pt x="199295" y="64374"/>
                  </a:lnTo>
                  <a:lnTo>
                    <a:pt x="160704" y="91565"/>
                  </a:lnTo>
                  <a:lnTo>
                    <a:pt x="125176" y="123086"/>
                  </a:lnTo>
                  <a:lnTo>
                    <a:pt x="93114" y="158750"/>
                  </a:lnTo>
                  <a:lnTo>
                    <a:pt x="66092" y="196392"/>
                  </a:lnTo>
                  <a:lnTo>
                    <a:pt x="43724" y="235926"/>
                  </a:lnTo>
                  <a:lnTo>
                    <a:pt x="25970" y="276985"/>
                  </a:lnTo>
                  <a:lnTo>
                    <a:pt x="12792" y="319206"/>
                  </a:lnTo>
                  <a:lnTo>
                    <a:pt x="4148" y="362222"/>
                  </a:lnTo>
                  <a:lnTo>
                    <a:pt x="0" y="405670"/>
                  </a:lnTo>
                  <a:lnTo>
                    <a:pt x="306" y="449184"/>
                  </a:lnTo>
                  <a:lnTo>
                    <a:pt x="5029" y="492400"/>
                  </a:lnTo>
                  <a:lnTo>
                    <a:pt x="14128" y="534952"/>
                  </a:lnTo>
                  <a:lnTo>
                    <a:pt x="27563" y="576476"/>
                  </a:lnTo>
                  <a:lnTo>
                    <a:pt x="45295" y="616607"/>
                  </a:lnTo>
                  <a:lnTo>
                    <a:pt x="67283" y="654980"/>
                  </a:lnTo>
                  <a:lnTo>
                    <a:pt x="93489" y="691231"/>
                  </a:lnTo>
                  <a:lnTo>
                    <a:pt x="123871" y="724993"/>
                  </a:lnTo>
                  <a:lnTo>
                    <a:pt x="158392" y="755903"/>
                  </a:lnTo>
                  <a:lnTo>
                    <a:pt x="196008" y="782948"/>
                  </a:lnTo>
                  <a:lnTo>
                    <a:pt x="235511" y="805332"/>
                  </a:lnTo>
                  <a:lnTo>
                    <a:pt x="276538" y="823096"/>
                  </a:lnTo>
                  <a:lnTo>
                    <a:pt x="318724" y="836280"/>
                  </a:lnTo>
                  <a:lnTo>
                    <a:pt x="361705" y="844926"/>
                  </a:lnTo>
                  <a:lnTo>
                    <a:pt x="405115" y="849073"/>
                  </a:lnTo>
                  <a:lnTo>
                    <a:pt x="448591" y="848761"/>
                  </a:lnTo>
                  <a:lnTo>
                    <a:pt x="491769" y="844032"/>
                  </a:lnTo>
                  <a:lnTo>
                    <a:pt x="534283" y="834926"/>
                  </a:lnTo>
                  <a:lnTo>
                    <a:pt x="575770" y="821483"/>
                  </a:lnTo>
                  <a:lnTo>
                    <a:pt x="615865" y="803743"/>
                  </a:lnTo>
                  <a:lnTo>
                    <a:pt x="654204" y="781746"/>
                  </a:lnTo>
                  <a:lnTo>
                    <a:pt x="690422" y="755535"/>
                  </a:lnTo>
                  <a:lnTo>
                    <a:pt x="724155" y="725148"/>
                  </a:lnTo>
                  <a:lnTo>
                    <a:pt x="755038" y="690626"/>
                  </a:lnTo>
                  <a:lnTo>
                    <a:pt x="424076" y="424687"/>
                  </a:lnTo>
                  <a:lnTo>
                    <a:pt x="424076" y="0"/>
                  </a:lnTo>
                  <a:close/>
                </a:path>
              </a:pathLst>
            </a:custGeom>
            <a:solidFill>
              <a:srgbClr val="46B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110589" y="1731899"/>
              <a:ext cx="755650" cy="849630"/>
            </a:xfrm>
            <a:custGeom>
              <a:avLst/>
              <a:gdLst/>
              <a:ahLst/>
              <a:cxnLst/>
              <a:rect l="l" t="t" r="r" b="b"/>
              <a:pathLst>
                <a:path w="755650" h="849630">
                  <a:moveTo>
                    <a:pt x="755038" y="690626"/>
                  </a:moveTo>
                  <a:lnTo>
                    <a:pt x="724155" y="725148"/>
                  </a:lnTo>
                  <a:lnTo>
                    <a:pt x="690422" y="755535"/>
                  </a:lnTo>
                  <a:lnTo>
                    <a:pt x="654204" y="781746"/>
                  </a:lnTo>
                  <a:lnTo>
                    <a:pt x="615865" y="803743"/>
                  </a:lnTo>
                  <a:lnTo>
                    <a:pt x="575770" y="821483"/>
                  </a:lnTo>
                  <a:lnTo>
                    <a:pt x="534283" y="834926"/>
                  </a:lnTo>
                  <a:lnTo>
                    <a:pt x="491769" y="844032"/>
                  </a:lnTo>
                  <a:lnTo>
                    <a:pt x="448591" y="848761"/>
                  </a:lnTo>
                  <a:lnTo>
                    <a:pt x="405115" y="849073"/>
                  </a:lnTo>
                  <a:lnTo>
                    <a:pt x="361705" y="844926"/>
                  </a:lnTo>
                  <a:lnTo>
                    <a:pt x="318724" y="836280"/>
                  </a:lnTo>
                  <a:lnTo>
                    <a:pt x="276538" y="823096"/>
                  </a:lnTo>
                  <a:lnTo>
                    <a:pt x="235511" y="805332"/>
                  </a:lnTo>
                  <a:lnTo>
                    <a:pt x="196008" y="782948"/>
                  </a:lnTo>
                  <a:lnTo>
                    <a:pt x="158392" y="755903"/>
                  </a:lnTo>
                  <a:lnTo>
                    <a:pt x="123871" y="724993"/>
                  </a:lnTo>
                  <a:lnTo>
                    <a:pt x="93489" y="691231"/>
                  </a:lnTo>
                  <a:lnTo>
                    <a:pt x="67283" y="654980"/>
                  </a:lnTo>
                  <a:lnTo>
                    <a:pt x="45295" y="616607"/>
                  </a:lnTo>
                  <a:lnTo>
                    <a:pt x="27563" y="576476"/>
                  </a:lnTo>
                  <a:lnTo>
                    <a:pt x="14128" y="534952"/>
                  </a:lnTo>
                  <a:lnTo>
                    <a:pt x="5029" y="492400"/>
                  </a:lnTo>
                  <a:lnTo>
                    <a:pt x="306" y="449184"/>
                  </a:lnTo>
                  <a:lnTo>
                    <a:pt x="0" y="405670"/>
                  </a:lnTo>
                  <a:lnTo>
                    <a:pt x="4148" y="362222"/>
                  </a:lnTo>
                  <a:lnTo>
                    <a:pt x="12792" y="319206"/>
                  </a:lnTo>
                  <a:lnTo>
                    <a:pt x="25970" y="276985"/>
                  </a:lnTo>
                  <a:lnTo>
                    <a:pt x="43724" y="235926"/>
                  </a:lnTo>
                  <a:lnTo>
                    <a:pt x="66092" y="196392"/>
                  </a:lnTo>
                  <a:lnTo>
                    <a:pt x="93114" y="158750"/>
                  </a:lnTo>
                  <a:lnTo>
                    <a:pt x="125176" y="123086"/>
                  </a:lnTo>
                  <a:lnTo>
                    <a:pt x="160704" y="91565"/>
                  </a:lnTo>
                  <a:lnTo>
                    <a:pt x="199295" y="64374"/>
                  </a:lnTo>
                  <a:lnTo>
                    <a:pt x="240545" y="41703"/>
                  </a:lnTo>
                  <a:lnTo>
                    <a:pt x="284052" y="23741"/>
                  </a:lnTo>
                  <a:lnTo>
                    <a:pt x="329411" y="10677"/>
                  </a:lnTo>
                  <a:lnTo>
                    <a:pt x="376220" y="2700"/>
                  </a:lnTo>
                  <a:lnTo>
                    <a:pt x="424076" y="0"/>
                  </a:lnTo>
                  <a:lnTo>
                    <a:pt x="424076" y="424687"/>
                  </a:lnTo>
                  <a:lnTo>
                    <a:pt x="755038" y="690626"/>
                  </a:lnTo>
                  <a:close/>
                </a:path>
              </a:pathLst>
            </a:custGeom>
            <a:ln w="19056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2066034" y="948688"/>
          <a:ext cx="2400935" cy="18275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0275"/>
                <a:gridCol w="694055"/>
                <a:gridCol w="686434"/>
              </a:tblGrid>
              <a:tr h="228600">
                <a:tc gridSpan="3"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900" spc="50" b="1">
                          <a:latin typeface="Calibri"/>
                          <a:cs typeface="Calibri"/>
                        </a:rPr>
                        <a:t>PARTE</a:t>
                      </a:r>
                      <a:r>
                        <a:rPr dirty="0" sz="900" spc="-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85" b="1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900" spc="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20" b="1">
                          <a:latin typeface="Calibri"/>
                          <a:cs typeface="Calibri"/>
                        </a:rPr>
                        <a:t>FUERZA</a:t>
                      </a:r>
                      <a:r>
                        <a:rPr dirty="0" sz="900" spc="8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35" b="1">
                          <a:latin typeface="Calibri"/>
                          <a:cs typeface="Calibri"/>
                        </a:rPr>
                        <a:t>INSTITUCIONAL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5760">
                <a:tc>
                  <a:txBody>
                    <a:bodyPr/>
                    <a:lstStyle/>
                    <a:p>
                      <a:pPr marL="29146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TOTAL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900" spc="-25">
                          <a:latin typeface="Calibri"/>
                          <a:cs typeface="Calibri"/>
                        </a:rPr>
                        <a:t>OF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D">
                        <a:alpha val="5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900" spc="45">
                          <a:latin typeface="Calibri"/>
                          <a:cs typeface="Calibri"/>
                        </a:rPr>
                        <a:t>ESCMIL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900" spc="40">
                          <a:latin typeface="Calibri"/>
                          <a:cs typeface="Calibri"/>
                        </a:rPr>
                        <a:t>SOF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D">
                        <a:alpha val="5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900" spc="75">
                          <a:latin typeface="Calibri"/>
                          <a:cs typeface="Calibri"/>
                        </a:rPr>
                        <a:t>ESCSOF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56007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800" spc="-10" b="1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16.2…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806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900" spc="75">
                          <a:latin typeface="Calibri"/>
                          <a:cs typeface="Calibri"/>
                        </a:rPr>
                        <a:t>ECP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8FAADD">
                        <a:alpha val="5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900" spc="75">
                          <a:latin typeface="Calibri"/>
                          <a:cs typeface="Calibri"/>
                        </a:rPr>
                        <a:t>SLC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27635">
                <a:tc rowSpan="2">
                  <a:txBody>
                    <a:bodyPr/>
                    <a:lstStyle/>
                    <a:p>
                      <a:pPr marL="103505">
                        <a:lnSpc>
                          <a:spcPts val="1075"/>
                        </a:lnSpc>
                        <a:spcBef>
                          <a:spcPts val="190"/>
                        </a:spcBef>
                      </a:pPr>
                      <a:r>
                        <a:rPr dirty="0" sz="900" spc="-10" b="1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25,672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D">
                        <a:alpha val="5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8FAADD">
                        <a:alpha val="5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075"/>
                        </a:lnSpc>
                      </a:pPr>
                      <a:r>
                        <a:rPr dirty="0" sz="900" spc="30">
                          <a:latin typeface="Calibri"/>
                          <a:cs typeface="Calibri"/>
                        </a:rPr>
                        <a:t>SLTP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D">
                        <a:alpha val="5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5260" marR="79375" indent="-76200">
                        <a:lnSpc>
                          <a:spcPts val="1080"/>
                        </a:lnSpc>
                        <a:spcBef>
                          <a:spcPts val="30"/>
                        </a:spcBef>
                      </a:pPr>
                      <a:r>
                        <a:rPr dirty="0" sz="900" spc="45">
                          <a:latin typeface="Calibri"/>
                          <a:cs typeface="Calibri"/>
                        </a:rPr>
                        <a:t>PERSONA </a:t>
                      </a:r>
                      <a:r>
                        <a:rPr dirty="0" sz="900" spc="9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CIVIL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1903093" y="3170680"/>
          <a:ext cx="5904230" cy="48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3235"/>
                <a:gridCol w="2792094"/>
              </a:tblGrid>
              <a:tr h="243840"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000" spc="45" b="1">
                          <a:latin typeface="Calibri"/>
                          <a:cs typeface="Calibri"/>
                        </a:rPr>
                        <a:t>UNIDAD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EA04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TIPO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EA042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903727" y="1702833"/>
          <a:ext cx="3946525" cy="2008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070"/>
                <a:gridCol w="2801620"/>
              </a:tblGrid>
              <a:tr h="314325">
                <a:tc>
                  <a:txBody>
                    <a:bodyPr/>
                    <a:lstStyle/>
                    <a:p>
                      <a:pPr algn="r" marR="537210">
                        <a:lnSpc>
                          <a:spcPts val="1555"/>
                        </a:lnSpc>
                      </a:pPr>
                      <a:r>
                        <a:rPr dirty="0" sz="1350" spc="45">
                          <a:latin typeface="Calibri"/>
                          <a:cs typeface="Calibri"/>
                        </a:rPr>
                        <a:t>OF: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7255">
                        <a:lnSpc>
                          <a:spcPts val="1555"/>
                        </a:lnSpc>
                      </a:pPr>
                      <a:r>
                        <a:rPr dirty="0" sz="1350" spc="75">
                          <a:latin typeface="Calibri"/>
                          <a:cs typeface="Calibri"/>
                        </a:rPr>
                        <a:t>ESCMIL: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3545">
                <a:tc>
                  <a:txBody>
                    <a:bodyPr/>
                    <a:lstStyle/>
                    <a:p>
                      <a:pPr algn="r" marR="53721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350" spc="75">
                          <a:latin typeface="Calibri"/>
                          <a:cs typeface="Calibri"/>
                        </a:rPr>
                        <a:t>SOF: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10160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281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350" spc="120">
                          <a:latin typeface="Calibri"/>
                          <a:cs typeface="Calibri"/>
                        </a:rPr>
                        <a:t>ESCSOF: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10160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3545">
                <a:tc>
                  <a:txBody>
                    <a:bodyPr/>
                    <a:lstStyle/>
                    <a:p>
                      <a:pPr algn="r" marR="53721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350" spc="90">
                          <a:latin typeface="Calibri"/>
                          <a:cs typeface="Calibri"/>
                        </a:rPr>
                        <a:t>ECP: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90106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350" spc="95">
                          <a:latin typeface="Calibri"/>
                          <a:cs typeface="Calibri"/>
                        </a:rPr>
                        <a:t>ESCSERV: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3545">
                <a:tc>
                  <a:txBody>
                    <a:bodyPr/>
                    <a:lstStyle/>
                    <a:p>
                      <a:pPr algn="r" marR="53467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350" spc="55">
                          <a:latin typeface="Calibri"/>
                          <a:cs typeface="Calibri"/>
                        </a:rPr>
                        <a:t>SLTP: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10350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471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350" spc="100">
                          <a:latin typeface="Calibri"/>
                          <a:cs typeface="Calibri"/>
                        </a:rPr>
                        <a:t>PERSONAL</a:t>
                      </a:r>
                      <a:r>
                        <a:rPr dirty="0" sz="135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50" spc="70">
                          <a:latin typeface="Calibri"/>
                          <a:cs typeface="Calibri"/>
                        </a:rPr>
                        <a:t>CIVIL: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10350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281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350" spc="114">
                          <a:latin typeface="Calibri"/>
                          <a:cs typeface="Calibri"/>
                        </a:rPr>
                        <a:t>SLC: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104139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365862" y="1584066"/>
            <a:ext cx="2191385" cy="2192655"/>
            <a:chOff x="365862" y="1584066"/>
            <a:chExt cx="2191385" cy="2192655"/>
          </a:xfrm>
        </p:grpSpPr>
        <p:sp>
          <p:nvSpPr>
            <p:cNvPr id="4" name="object 4"/>
            <p:cNvSpPr/>
            <p:nvPr/>
          </p:nvSpPr>
          <p:spPr>
            <a:xfrm>
              <a:off x="365862" y="1584066"/>
              <a:ext cx="1391920" cy="1355725"/>
            </a:xfrm>
            <a:custGeom>
              <a:avLst/>
              <a:gdLst/>
              <a:ahLst/>
              <a:cxnLst/>
              <a:rect l="l" t="t" r="r" b="b"/>
              <a:pathLst>
                <a:path w="1391920" h="1355725">
                  <a:moveTo>
                    <a:pt x="1083963" y="0"/>
                  </a:moveTo>
                  <a:lnTo>
                    <a:pt x="1032205" y="1550"/>
                  </a:lnTo>
                  <a:lnTo>
                    <a:pt x="980536" y="5563"/>
                  </a:lnTo>
                  <a:lnTo>
                    <a:pt x="929045" y="12039"/>
                  </a:lnTo>
                  <a:lnTo>
                    <a:pt x="877819" y="20981"/>
                  </a:lnTo>
                  <a:lnTo>
                    <a:pt x="826946" y="32389"/>
                  </a:lnTo>
                  <a:lnTo>
                    <a:pt x="780062" y="45190"/>
                  </a:lnTo>
                  <a:lnTo>
                    <a:pt x="734212" y="59893"/>
                  </a:lnTo>
                  <a:lnTo>
                    <a:pt x="689430" y="76446"/>
                  </a:lnTo>
                  <a:lnTo>
                    <a:pt x="645748" y="94794"/>
                  </a:lnTo>
                  <a:lnTo>
                    <a:pt x="603198" y="114883"/>
                  </a:lnTo>
                  <a:lnTo>
                    <a:pt x="561812" y="136660"/>
                  </a:lnTo>
                  <a:lnTo>
                    <a:pt x="521623" y="160071"/>
                  </a:lnTo>
                  <a:lnTo>
                    <a:pt x="482662" y="185062"/>
                  </a:lnTo>
                  <a:lnTo>
                    <a:pt x="444963" y="211580"/>
                  </a:lnTo>
                  <a:lnTo>
                    <a:pt x="408557" y="239571"/>
                  </a:lnTo>
                  <a:lnTo>
                    <a:pt x="373477" y="268980"/>
                  </a:lnTo>
                  <a:lnTo>
                    <a:pt x="339755" y="299755"/>
                  </a:lnTo>
                  <a:lnTo>
                    <a:pt x="307423" y="331841"/>
                  </a:lnTo>
                  <a:lnTo>
                    <a:pt x="276514" y="365185"/>
                  </a:lnTo>
                  <a:lnTo>
                    <a:pt x="247059" y="399733"/>
                  </a:lnTo>
                  <a:lnTo>
                    <a:pt x="219092" y="435431"/>
                  </a:lnTo>
                  <a:lnTo>
                    <a:pt x="192644" y="472225"/>
                  </a:lnTo>
                  <a:lnTo>
                    <a:pt x="167748" y="510063"/>
                  </a:lnTo>
                  <a:lnTo>
                    <a:pt x="144436" y="548889"/>
                  </a:lnTo>
                  <a:lnTo>
                    <a:pt x="122741" y="588651"/>
                  </a:lnTo>
                  <a:lnTo>
                    <a:pt x="102694" y="629294"/>
                  </a:lnTo>
                  <a:lnTo>
                    <a:pt x="84327" y="670764"/>
                  </a:lnTo>
                  <a:lnTo>
                    <a:pt x="67674" y="713009"/>
                  </a:lnTo>
                  <a:lnTo>
                    <a:pt x="52767" y="755974"/>
                  </a:lnTo>
                  <a:lnTo>
                    <a:pt x="39637" y="799605"/>
                  </a:lnTo>
                  <a:lnTo>
                    <a:pt x="28317" y="843849"/>
                  </a:lnTo>
                  <a:lnTo>
                    <a:pt x="18840" y="888653"/>
                  </a:lnTo>
                  <a:lnTo>
                    <a:pt x="11237" y="933961"/>
                  </a:lnTo>
                  <a:lnTo>
                    <a:pt x="5541" y="979721"/>
                  </a:lnTo>
                  <a:lnTo>
                    <a:pt x="1785" y="1025878"/>
                  </a:lnTo>
                  <a:lnTo>
                    <a:pt x="0" y="1072380"/>
                  </a:lnTo>
                  <a:lnTo>
                    <a:pt x="218" y="1119171"/>
                  </a:lnTo>
                  <a:lnTo>
                    <a:pt x="2473" y="1166199"/>
                  </a:lnTo>
                  <a:lnTo>
                    <a:pt x="6796" y="1213410"/>
                  </a:lnTo>
                  <a:lnTo>
                    <a:pt x="13219" y="1260750"/>
                  </a:lnTo>
                  <a:lnTo>
                    <a:pt x="21776" y="1308165"/>
                  </a:lnTo>
                  <a:lnTo>
                    <a:pt x="32498" y="1355602"/>
                  </a:lnTo>
                  <a:lnTo>
                    <a:pt x="614564" y="1210314"/>
                  </a:lnTo>
                  <a:lnTo>
                    <a:pt x="604744" y="1159744"/>
                  </a:lnTo>
                  <a:lnTo>
                    <a:pt x="600286" y="1108608"/>
                  </a:lnTo>
                  <a:lnTo>
                    <a:pt x="601183" y="1057344"/>
                  </a:lnTo>
                  <a:lnTo>
                    <a:pt x="607426" y="1006390"/>
                  </a:lnTo>
                  <a:lnTo>
                    <a:pt x="619009" y="956187"/>
                  </a:lnTo>
                  <a:lnTo>
                    <a:pt x="634197" y="911320"/>
                  </a:lnTo>
                  <a:lnTo>
                    <a:pt x="653221" y="868879"/>
                  </a:lnTo>
                  <a:lnTo>
                    <a:pt x="675828" y="829007"/>
                  </a:lnTo>
                  <a:lnTo>
                    <a:pt x="701763" y="791844"/>
                  </a:lnTo>
                  <a:lnTo>
                    <a:pt x="730771" y="757530"/>
                  </a:lnTo>
                  <a:lnTo>
                    <a:pt x="762599" y="726208"/>
                  </a:lnTo>
                  <a:lnTo>
                    <a:pt x="796993" y="698017"/>
                  </a:lnTo>
                  <a:lnTo>
                    <a:pt x="833697" y="673099"/>
                  </a:lnTo>
                  <a:lnTo>
                    <a:pt x="872458" y="651596"/>
                  </a:lnTo>
                  <a:lnTo>
                    <a:pt x="913022" y="633647"/>
                  </a:lnTo>
                  <a:lnTo>
                    <a:pt x="955134" y="619393"/>
                  </a:lnTo>
                  <a:lnTo>
                    <a:pt x="998540" y="608977"/>
                  </a:lnTo>
                  <a:lnTo>
                    <a:pt x="1042986" y="602539"/>
                  </a:lnTo>
                  <a:lnTo>
                    <a:pt x="1088217" y="600219"/>
                  </a:lnTo>
                  <a:lnTo>
                    <a:pt x="1133980" y="602159"/>
                  </a:lnTo>
                  <a:lnTo>
                    <a:pt x="1180019" y="608500"/>
                  </a:lnTo>
                  <a:lnTo>
                    <a:pt x="1226082" y="619383"/>
                  </a:lnTo>
                  <a:lnTo>
                    <a:pt x="1391436" y="42295"/>
                  </a:lnTo>
                  <a:lnTo>
                    <a:pt x="1340998" y="29111"/>
                  </a:lnTo>
                  <a:lnTo>
                    <a:pt x="1290119" y="18379"/>
                  </a:lnTo>
                  <a:lnTo>
                    <a:pt x="1238888" y="10100"/>
                  </a:lnTo>
                  <a:lnTo>
                    <a:pt x="1187393" y="4276"/>
                  </a:lnTo>
                  <a:lnTo>
                    <a:pt x="1135722" y="909"/>
                  </a:lnTo>
                  <a:lnTo>
                    <a:pt x="1083963" y="0"/>
                  </a:lnTo>
                  <a:close/>
                </a:path>
              </a:pathLst>
            </a:custGeom>
            <a:solidFill>
              <a:srgbClr val="1153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98360" y="1626362"/>
              <a:ext cx="2149475" cy="2141220"/>
            </a:xfrm>
            <a:custGeom>
              <a:avLst/>
              <a:gdLst/>
              <a:ahLst/>
              <a:cxnLst/>
              <a:rect l="l" t="t" r="r" b="b"/>
              <a:pathLst>
                <a:path w="2149475" h="2141220">
                  <a:moveTo>
                    <a:pt x="1358938" y="0"/>
                  </a:moveTo>
                  <a:lnTo>
                    <a:pt x="1193584" y="577088"/>
                  </a:lnTo>
                  <a:lnTo>
                    <a:pt x="1238555" y="592384"/>
                  </a:lnTo>
                  <a:lnTo>
                    <a:pt x="1281397" y="611729"/>
                  </a:lnTo>
                  <a:lnTo>
                    <a:pt x="1321887" y="634894"/>
                  </a:lnTo>
                  <a:lnTo>
                    <a:pt x="1359805" y="661651"/>
                  </a:lnTo>
                  <a:lnTo>
                    <a:pt x="1394928" y="691773"/>
                  </a:lnTo>
                  <a:lnTo>
                    <a:pt x="1427036" y="725032"/>
                  </a:lnTo>
                  <a:lnTo>
                    <a:pt x="1455905" y="761199"/>
                  </a:lnTo>
                  <a:lnTo>
                    <a:pt x="1481316" y="800048"/>
                  </a:lnTo>
                  <a:lnTo>
                    <a:pt x="1503046" y="841350"/>
                  </a:lnTo>
                  <a:lnTo>
                    <a:pt x="1520874" y="884877"/>
                  </a:lnTo>
                  <a:lnTo>
                    <a:pt x="1534579" y="930401"/>
                  </a:lnTo>
                  <a:lnTo>
                    <a:pt x="1543827" y="976854"/>
                  </a:lnTo>
                  <a:lnTo>
                    <a:pt x="1548542" y="1023125"/>
                  </a:lnTo>
                  <a:lnTo>
                    <a:pt x="1548873" y="1068966"/>
                  </a:lnTo>
                  <a:lnTo>
                    <a:pt x="1544971" y="1114126"/>
                  </a:lnTo>
                  <a:lnTo>
                    <a:pt x="1536985" y="1158357"/>
                  </a:lnTo>
                  <a:lnTo>
                    <a:pt x="1525064" y="1201409"/>
                  </a:lnTo>
                  <a:lnTo>
                    <a:pt x="1509359" y="1243032"/>
                  </a:lnTo>
                  <a:lnTo>
                    <a:pt x="1490019" y="1282977"/>
                  </a:lnTo>
                  <a:lnTo>
                    <a:pt x="1467193" y="1320993"/>
                  </a:lnTo>
                  <a:lnTo>
                    <a:pt x="1441031" y="1356833"/>
                  </a:lnTo>
                  <a:lnTo>
                    <a:pt x="1411684" y="1390245"/>
                  </a:lnTo>
                  <a:lnTo>
                    <a:pt x="1379300" y="1420981"/>
                  </a:lnTo>
                  <a:lnTo>
                    <a:pt x="1344029" y="1448791"/>
                  </a:lnTo>
                  <a:lnTo>
                    <a:pt x="1306022" y="1473425"/>
                  </a:lnTo>
                  <a:lnTo>
                    <a:pt x="1265427" y="1494634"/>
                  </a:lnTo>
                  <a:lnTo>
                    <a:pt x="1222394" y="1512168"/>
                  </a:lnTo>
                  <a:lnTo>
                    <a:pt x="1177074" y="1525778"/>
                  </a:lnTo>
                  <a:lnTo>
                    <a:pt x="1130665" y="1535045"/>
                  </a:lnTo>
                  <a:lnTo>
                    <a:pt x="1084436" y="1539775"/>
                  </a:lnTo>
                  <a:lnTo>
                    <a:pt x="1038635" y="1540116"/>
                  </a:lnTo>
                  <a:lnTo>
                    <a:pt x="993512" y="1536219"/>
                  </a:lnTo>
                  <a:lnTo>
                    <a:pt x="949316" y="1528233"/>
                  </a:lnTo>
                  <a:lnTo>
                    <a:pt x="906296" y="1516308"/>
                  </a:lnTo>
                  <a:lnTo>
                    <a:pt x="864703" y="1500594"/>
                  </a:lnTo>
                  <a:lnTo>
                    <a:pt x="824785" y="1481241"/>
                  </a:lnTo>
                  <a:lnTo>
                    <a:pt x="786791" y="1458399"/>
                  </a:lnTo>
                  <a:lnTo>
                    <a:pt x="750972" y="1432217"/>
                  </a:lnTo>
                  <a:lnTo>
                    <a:pt x="717577" y="1402845"/>
                  </a:lnTo>
                  <a:lnTo>
                    <a:pt x="686855" y="1370433"/>
                  </a:lnTo>
                  <a:lnTo>
                    <a:pt x="659054" y="1335131"/>
                  </a:lnTo>
                  <a:lnTo>
                    <a:pt x="634426" y="1297089"/>
                  </a:lnTo>
                  <a:lnTo>
                    <a:pt x="613219" y="1256456"/>
                  </a:lnTo>
                  <a:lnTo>
                    <a:pt x="595682" y="1213383"/>
                  </a:lnTo>
                  <a:lnTo>
                    <a:pt x="582066" y="1168019"/>
                  </a:lnTo>
                  <a:lnTo>
                    <a:pt x="0" y="1313307"/>
                  </a:lnTo>
                  <a:lnTo>
                    <a:pt x="12789" y="1360179"/>
                  </a:lnTo>
                  <a:lnTo>
                    <a:pt x="27558" y="1406179"/>
                  </a:lnTo>
                  <a:lnTo>
                    <a:pt x="44259" y="1451258"/>
                  </a:lnTo>
                  <a:lnTo>
                    <a:pt x="62844" y="1495367"/>
                  </a:lnTo>
                  <a:lnTo>
                    <a:pt x="83268" y="1538458"/>
                  </a:lnTo>
                  <a:lnTo>
                    <a:pt x="105482" y="1580481"/>
                  </a:lnTo>
                  <a:lnTo>
                    <a:pt x="129439" y="1621387"/>
                  </a:lnTo>
                  <a:lnTo>
                    <a:pt x="155092" y="1661127"/>
                  </a:lnTo>
                  <a:lnTo>
                    <a:pt x="182394" y="1699652"/>
                  </a:lnTo>
                  <a:lnTo>
                    <a:pt x="211298" y="1736913"/>
                  </a:lnTo>
                  <a:lnTo>
                    <a:pt x="241756" y="1772861"/>
                  </a:lnTo>
                  <a:lnTo>
                    <a:pt x="273721" y="1807448"/>
                  </a:lnTo>
                  <a:lnTo>
                    <a:pt x="307146" y="1840623"/>
                  </a:lnTo>
                  <a:lnTo>
                    <a:pt x="341984" y="1872339"/>
                  </a:lnTo>
                  <a:lnTo>
                    <a:pt x="378187" y="1902546"/>
                  </a:lnTo>
                  <a:lnTo>
                    <a:pt x="415708" y="1931194"/>
                  </a:lnTo>
                  <a:lnTo>
                    <a:pt x="454501" y="1958236"/>
                  </a:lnTo>
                  <a:lnTo>
                    <a:pt x="494517" y="1983622"/>
                  </a:lnTo>
                  <a:lnTo>
                    <a:pt x="535709" y="2007304"/>
                  </a:lnTo>
                  <a:lnTo>
                    <a:pt x="578031" y="2029231"/>
                  </a:lnTo>
                  <a:lnTo>
                    <a:pt x="621436" y="2049355"/>
                  </a:lnTo>
                  <a:lnTo>
                    <a:pt x="665875" y="2067627"/>
                  </a:lnTo>
                  <a:lnTo>
                    <a:pt x="711302" y="2083999"/>
                  </a:lnTo>
                  <a:lnTo>
                    <a:pt x="757669" y="2098421"/>
                  </a:lnTo>
                  <a:lnTo>
                    <a:pt x="804664" y="2110806"/>
                  </a:lnTo>
                  <a:lnTo>
                    <a:pt x="851714" y="2121024"/>
                  </a:lnTo>
                  <a:lnTo>
                    <a:pt x="898763" y="2129106"/>
                  </a:lnTo>
                  <a:lnTo>
                    <a:pt x="945757" y="2135082"/>
                  </a:lnTo>
                  <a:lnTo>
                    <a:pt x="992642" y="2138982"/>
                  </a:lnTo>
                  <a:lnTo>
                    <a:pt x="1039361" y="2140837"/>
                  </a:lnTo>
                  <a:lnTo>
                    <a:pt x="1085861" y="2140677"/>
                  </a:lnTo>
                  <a:lnTo>
                    <a:pt x="1132087" y="2138533"/>
                  </a:lnTo>
                  <a:lnTo>
                    <a:pt x="1177983" y="2134436"/>
                  </a:lnTo>
                  <a:lnTo>
                    <a:pt x="1223495" y="2128414"/>
                  </a:lnTo>
                  <a:lnTo>
                    <a:pt x="1268568" y="2120500"/>
                  </a:lnTo>
                  <a:lnTo>
                    <a:pt x="1313147" y="2110724"/>
                  </a:lnTo>
                  <a:lnTo>
                    <a:pt x="1357178" y="2099116"/>
                  </a:lnTo>
                  <a:lnTo>
                    <a:pt x="1400604" y="2085706"/>
                  </a:lnTo>
                  <a:lnTo>
                    <a:pt x="1443373" y="2070525"/>
                  </a:lnTo>
                  <a:lnTo>
                    <a:pt x="1485428" y="2053603"/>
                  </a:lnTo>
                  <a:lnTo>
                    <a:pt x="1526716" y="2034972"/>
                  </a:lnTo>
                  <a:lnTo>
                    <a:pt x="1567180" y="2014661"/>
                  </a:lnTo>
                  <a:lnTo>
                    <a:pt x="1606767" y="1992700"/>
                  </a:lnTo>
                  <a:lnTo>
                    <a:pt x="1645421" y="1969121"/>
                  </a:lnTo>
                  <a:lnTo>
                    <a:pt x="1683088" y="1943954"/>
                  </a:lnTo>
                  <a:lnTo>
                    <a:pt x="1719712" y="1917229"/>
                  </a:lnTo>
                  <a:lnTo>
                    <a:pt x="1755240" y="1888977"/>
                  </a:lnTo>
                  <a:lnTo>
                    <a:pt x="1789615" y="1859228"/>
                  </a:lnTo>
                  <a:lnTo>
                    <a:pt x="1822783" y="1828012"/>
                  </a:lnTo>
                  <a:lnTo>
                    <a:pt x="1854690" y="1795361"/>
                  </a:lnTo>
                  <a:lnTo>
                    <a:pt x="1885281" y="1761304"/>
                  </a:lnTo>
                  <a:lnTo>
                    <a:pt x="1914500" y="1725872"/>
                  </a:lnTo>
                  <a:lnTo>
                    <a:pt x="1942293" y="1689096"/>
                  </a:lnTo>
                  <a:lnTo>
                    <a:pt x="1968605" y="1651005"/>
                  </a:lnTo>
                  <a:lnTo>
                    <a:pt x="1993381" y="1611631"/>
                  </a:lnTo>
                  <a:lnTo>
                    <a:pt x="2016566" y="1571004"/>
                  </a:lnTo>
                  <a:lnTo>
                    <a:pt x="2038106" y="1529154"/>
                  </a:lnTo>
                  <a:lnTo>
                    <a:pt x="2057946" y="1486112"/>
                  </a:lnTo>
                  <a:lnTo>
                    <a:pt x="2076030" y="1441908"/>
                  </a:lnTo>
                  <a:lnTo>
                    <a:pt x="2092304" y="1396573"/>
                  </a:lnTo>
                  <a:lnTo>
                    <a:pt x="2106714" y="1350137"/>
                  </a:lnTo>
                  <a:lnTo>
                    <a:pt x="2119090" y="1303104"/>
                  </a:lnTo>
                  <a:lnTo>
                    <a:pt x="2129300" y="1256017"/>
                  </a:lnTo>
                  <a:lnTo>
                    <a:pt x="2137376" y="1208930"/>
                  </a:lnTo>
                  <a:lnTo>
                    <a:pt x="2143347" y="1161899"/>
                  </a:lnTo>
                  <a:lnTo>
                    <a:pt x="2147244" y="1114977"/>
                  </a:lnTo>
                  <a:lnTo>
                    <a:pt x="2149097" y="1068220"/>
                  </a:lnTo>
                  <a:lnTo>
                    <a:pt x="2148938" y="1021682"/>
                  </a:lnTo>
                  <a:lnTo>
                    <a:pt x="2146795" y="975419"/>
                  </a:lnTo>
                  <a:lnTo>
                    <a:pt x="2142700" y="929486"/>
                  </a:lnTo>
                  <a:lnTo>
                    <a:pt x="2136683" y="883937"/>
                  </a:lnTo>
                  <a:lnTo>
                    <a:pt x="2128775" y="838828"/>
                  </a:lnTo>
                  <a:lnTo>
                    <a:pt x="2119005" y="794212"/>
                  </a:lnTo>
                  <a:lnTo>
                    <a:pt x="2107405" y="750146"/>
                  </a:lnTo>
                  <a:lnTo>
                    <a:pt x="2094005" y="706683"/>
                  </a:lnTo>
                  <a:lnTo>
                    <a:pt x="2078834" y="663880"/>
                  </a:lnTo>
                  <a:lnTo>
                    <a:pt x="2061925" y="621790"/>
                  </a:lnTo>
                  <a:lnTo>
                    <a:pt x="2043307" y="580469"/>
                  </a:lnTo>
                  <a:lnTo>
                    <a:pt x="2023010" y="539971"/>
                  </a:lnTo>
                  <a:lnTo>
                    <a:pt x="2001065" y="500352"/>
                  </a:lnTo>
                  <a:lnTo>
                    <a:pt x="1977503" y="461666"/>
                  </a:lnTo>
                  <a:lnTo>
                    <a:pt x="1952353" y="423969"/>
                  </a:lnTo>
                  <a:lnTo>
                    <a:pt x="1925647" y="387314"/>
                  </a:lnTo>
                  <a:lnTo>
                    <a:pt x="1897414" y="351758"/>
                  </a:lnTo>
                  <a:lnTo>
                    <a:pt x="1867685" y="317354"/>
                  </a:lnTo>
                  <a:lnTo>
                    <a:pt x="1836491" y="284159"/>
                  </a:lnTo>
                  <a:lnTo>
                    <a:pt x="1803862" y="252226"/>
                  </a:lnTo>
                  <a:lnTo>
                    <a:pt x="1769829" y="221610"/>
                  </a:lnTo>
                  <a:lnTo>
                    <a:pt x="1734421" y="192367"/>
                  </a:lnTo>
                  <a:lnTo>
                    <a:pt x="1697670" y="164552"/>
                  </a:lnTo>
                  <a:lnTo>
                    <a:pt x="1659605" y="138218"/>
                  </a:lnTo>
                  <a:lnTo>
                    <a:pt x="1620258" y="113422"/>
                  </a:lnTo>
                  <a:lnTo>
                    <a:pt x="1579658" y="90218"/>
                  </a:lnTo>
                  <a:lnTo>
                    <a:pt x="1537836" y="68661"/>
                  </a:lnTo>
                  <a:lnTo>
                    <a:pt x="1494823" y="48805"/>
                  </a:lnTo>
                  <a:lnTo>
                    <a:pt x="1450648" y="30707"/>
                  </a:lnTo>
                  <a:lnTo>
                    <a:pt x="1405343" y="14420"/>
                  </a:lnTo>
                  <a:lnTo>
                    <a:pt x="1358938" y="0"/>
                  </a:lnTo>
                  <a:close/>
                </a:path>
              </a:pathLst>
            </a:custGeom>
            <a:solidFill>
              <a:srgbClr val="8599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98360" y="1626362"/>
              <a:ext cx="2149475" cy="2141220"/>
            </a:xfrm>
            <a:custGeom>
              <a:avLst/>
              <a:gdLst/>
              <a:ahLst/>
              <a:cxnLst/>
              <a:rect l="l" t="t" r="r" b="b"/>
              <a:pathLst>
                <a:path w="2149475" h="2141220">
                  <a:moveTo>
                    <a:pt x="1358938" y="0"/>
                  </a:moveTo>
                  <a:lnTo>
                    <a:pt x="1405343" y="14420"/>
                  </a:lnTo>
                  <a:lnTo>
                    <a:pt x="1450648" y="30707"/>
                  </a:lnTo>
                  <a:lnTo>
                    <a:pt x="1494823" y="48805"/>
                  </a:lnTo>
                  <a:lnTo>
                    <a:pt x="1537836" y="68661"/>
                  </a:lnTo>
                  <a:lnTo>
                    <a:pt x="1579658" y="90218"/>
                  </a:lnTo>
                  <a:lnTo>
                    <a:pt x="1620258" y="113422"/>
                  </a:lnTo>
                  <a:lnTo>
                    <a:pt x="1659605" y="138218"/>
                  </a:lnTo>
                  <a:lnTo>
                    <a:pt x="1697670" y="164552"/>
                  </a:lnTo>
                  <a:lnTo>
                    <a:pt x="1734421" y="192367"/>
                  </a:lnTo>
                  <a:lnTo>
                    <a:pt x="1769829" y="221610"/>
                  </a:lnTo>
                  <a:lnTo>
                    <a:pt x="1803862" y="252226"/>
                  </a:lnTo>
                  <a:lnTo>
                    <a:pt x="1836491" y="284159"/>
                  </a:lnTo>
                  <a:lnTo>
                    <a:pt x="1867685" y="317354"/>
                  </a:lnTo>
                  <a:lnTo>
                    <a:pt x="1897414" y="351758"/>
                  </a:lnTo>
                  <a:lnTo>
                    <a:pt x="1925647" y="387314"/>
                  </a:lnTo>
                  <a:lnTo>
                    <a:pt x="1952353" y="423969"/>
                  </a:lnTo>
                  <a:lnTo>
                    <a:pt x="1977503" y="461666"/>
                  </a:lnTo>
                  <a:lnTo>
                    <a:pt x="2001065" y="500352"/>
                  </a:lnTo>
                  <a:lnTo>
                    <a:pt x="2023010" y="539971"/>
                  </a:lnTo>
                  <a:lnTo>
                    <a:pt x="2043307" y="580469"/>
                  </a:lnTo>
                  <a:lnTo>
                    <a:pt x="2061925" y="621790"/>
                  </a:lnTo>
                  <a:lnTo>
                    <a:pt x="2078834" y="663880"/>
                  </a:lnTo>
                  <a:lnTo>
                    <a:pt x="2094005" y="706683"/>
                  </a:lnTo>
                  <a:lnTo>
                    <a:pt x="2107405" y="750146"/>
                  </a:lnTo>
                  <a:lnTo>
                    <a:pt x="2119005" y="794212"/>
                  </a:lnTo>
                  <a:lnTo>
                    <a:pt x="2128775" y="838828"/>
                  </a:lnTo>
                  <a:lnTo>
                    <a:pt x="2136683" y="883937"/>
                  </a:lnTo>
                  <a:lnTo>
                    <a:pt x="2142700" y="929486"/>
                  </a:lnTo>
                  <a:lnTo>
                    <a:pt x="2146795" y="975419"/>
                  </a:lnTo>
                  <a:lnTo>
                    <a:pt x="2148938" y="1021682"/>
                  </a:lnTo>
                  <a:lnTo>
                    <a:pt x="2149097" y="1068220"/>
                  </a:lnTo>
                  <a:lnTo>
                    <a:pt x="2147244" y="1114977"/>
                  </a:lnTo>
                  <a:lnTo>
                    <a:pt x="2143347" y="1161899"/>
                  </a:lnTo>
                  <a:lnTo>
                    <a:pt x="2137376" y="1208930"/>
                  </a:lnTo>
                  <a:lnTo>
                    <a:pt x="2129300" y="1256017"/>
                  </a:lnTo>
                  <a:lnTo>
                    <a:pt x="2119090" y="1303104"/>
                  </a:lnTo>
                  <a:lnTo>
                    <a:pt x="2106714" y="1350137"/>
                  </a:lnTo>
                  <a:lnTo>
                    <a:pt x="2092304" y="1396573"/>
                  </a:lnTo>
                  <a:lnTo>
                    <a:pt x="2076030" y="1441908"/>
                  </a:lnTo>
                  <a:lnTo>
                    <a:pt x="2057946" y="1486112"/>
                  </a:lnTo>
                  <a:lnTo>
                    <a:pt x="2038106" y="1529154"/>
                  </a:lnTo>
                  <a:lnTo>
                    <a:pt x="2016566" y="1571004"/>
                  </a:lnTo>
                  <a:lnTo>
                    <a:pt x="1993381" y="1611631"/>
                  </a:lnTo>
                  <a:lnTo>
                    <a:pt x="1968605" y="1651005"/>
                  </a:lnTo>
                  <a:lnTo>
                    <a:pt x="1942293" y="1689096"/>
                  </a:lnTo>
                  <a:lnTo>
                    <a:pt x="1914500" y="1725872"/>
                  </a:lnTo>
                  <a:lnTo>
                    <a:pt x="1885281" y="1761304"/>
                  </a:lnTo>
                  <a:lnTo>
                    <a:pt x="1854690" y="1795361"/>
                  </a:lnTo>
                  <a:lnTo>
                    <a:pt x="1822783" y="1828012"/>
                  </a:lnTo>
                  <a:lnTo>
                    <a:pt x="1789615" y="1859228"/>
                  </a:lnTo>
                  <a:lnTo>
                    <a:pt x="1755240" y="1888977"/>
                  </a:lnTo>
                  <a:lnTo>
                    <a:pt x="1719712" y="1917229"/>
                  </a:lnTo>
                  <a:lnTo>
                    <a:pt x="1683088" y="1943954"/>
                  </a:lnTo>
                  <a:lnTo>
                    <a:pt x="1645421" y="1969121"/>
                  </a:lnTo>
                  <a:lnTo>
                    <a:pt x="1606767" y="1992700"/>
                  </a:lnTo>
                  <a:lnTo>
                    <a:pt x="1567180" y="2014661"/>
                  </a:lnTo>
                  <a:lnTo>
                    <a:pt x="1526716" y="2034972"/>
                  </a:lnTo>
                  <a:lnTo>
                    <a:pt x="1485428" y="2053603"/>
                  </a:lnTo>
                  <a:lnTo>
                    <a:pt x="1443373" y="2070525"/>
                  </a:lnTo>
                  <a:lnTo>
                    <a:pt x="1400604" y="2085706"/>
                  </a:lnTo>
                  <a:lnTo>
                    <a:pt x="1357178" y="2099116"/>
                  </a:lnTo>
                  <a:lnTo>
                    <a:pt x="1313147" y="2110724"/>
                  </a:lnTo>
                  <a:lnTo>
                    <a:pt x="1268568" y="2120500"/>
                  </a:lnTo>
                  <a:lnTo>
                    <a:pt x="1223495" y="2128414"/>
                  </a:lnTo>
                  <a:lnTo>
                    <a:pt x="1177983" y="2134436"/>
                  </a:lnTo>
                  <a:lnTo>
                    <a:pt x="1132087" y="2138533"/>
                  </a:lnTo>
                  <a:lnTo>
                    <a:pt x="1085861" y="2140677"/>
                  </a:lnTo>
                  <a:lnTo>
                    <a:pt x="1039361" y="2140837"/>
                  </a:lnTo>
                  <a:lnTo>
                    <a:pt x="992642" y="2138982"/>
                  </a:lnTo>
                  <a:lnTo>
                    <a:pt x="945757" y="2135082"/>
                  </a:lnTo>
                  <a:lnTo>
                    <a:pt x="898763" y="2129106"/>
                  </a:lnTo>
                  <a:lnTo>
                    <a:pt x="851714" y="2121024"/>
                  </a:lnTo>
                  <a:lnTo>
                    <a:pt x="804664" y="2110806"/>
                  </a:lnTo>
                  <a:lnTo>
                    <a:pt x="757669" y="2098421"/>
                  </a:lnTo>
                  <a:lnTo>
                    <a:pt x="711302" y="2083999"/>
                  </a:lnTo>
                  <a:lnTo>
                    <a:pt x="665875" y="2067627"/>
                  </a:lnTo>
                  <a:lnTo>
                    <a:pt x="621436" y="2049355"/>
                  </a:lnTo>
                  <a:lnTo>
                    <a:pt x="578031" y="2029231"/>
                  </a:lnTo>
                  <a:lnTo>
                    <a:pt x="535709" y="2007304"/>
                  </a:lnTo>
                  <a:lnTo>
                    <a:pt x="494517" y="1983622"/>
                  </a:lnTo>
                  <a:lnTo>
                    <a:pt x="454501" y="1958236"/>
                  </a:lnTo>
                  <a:lnTo>
                    <a:pt x="415708" y="1931194"/>
                  </a:lnTo>
                  <a:lnTo>
                    <a:pt x="378187" y="1902546"/>
                  </a:lnTo>
                  <a:lnTo>
                    <a:pt x="341984" y="1872339"/>
                  </a:lnTo>
                  <a:lnTo>
                    <a:pt x="307146" y="1840623"/>
                  </a:lnTo>
                  <a:lnTo>
                    <a:pt x="273721" y="1807448"/>
                  </a:lnTo>
                  <a:lnTo>
                    <a:pt x="241756" y="1772861"/>
                  </a:lnTo>
                  <a:lnTo>
                    <a:pt x="211298" y="1736913"/>
                  </a:lnTo>
                  <a:lnTo>
                    <a:pt x="182394" y="1699652"/>
                  </a:lnTo>
                  <a:lnTo>
                    <a:pt x="155092" y="1661127"/>
                  </a:lnTo>
                  <a:lnTo>
                    <a:pt x="129439" y="1621387"/>
                  </a:lnTo>
                  <a:lnTo>
                    <a:pt x="105482" y="1580481"/>
                  </a:lnTo>
                  <a:lnTo>
                    <a:pt x="83268" y="1538458"/>
                  </a:lnTo>
                  <a:lnTo>
                    <a:pt x="62844" y="1495367"/>
                  </a:lnTo>
                  <a:lnTo>
                    <a:pt x="44259" y="1451258"/>
                  </a:lnTo>
                  <a:lnTo>
                    <a:pt x="27558" y="1406179"/>
                  </a:lnTo>
                  <a:lnTo>
                    <a:pt x="12789" y="1360179"/>
                  </a:lnTo>
                  <a:lnTo>
                    <a:pt x="0" y="1313307"/>
                  </a:lnTo>
                  <a:lnTo>
                    <a:pt x="582066" y="1168019"/>
                  </a:lnTo>
                  <a:lnTo>
                    <a:pt x="595682" y="1213383"/>
                  </a:lnTo>
                  <a:lnTo>
                    <a:pt x="613219" y="1256456"/>
                  </a:lnTo>
                  <a:lnTo>
                    <a:pt x="634426" y="1297089"/>
                  </a:lnTo>
                  <a:lnTo>
                    <a:pt x="659054" y="1335131"/>
                  </a:lnTo>
                  <a:lnTo>
                    <a:pt x="686855" y="1370433"/>
                  </a:lnTo>
                  <a:lnTo>
                    <a:pt x="717577" y="1402845"/>
                  </a:lnTo>
                  <a:lnTo>
                    <a:pt x="750972" y="1432217"/>
                  </a:lnTo>
                  <a:lnTo>
                    <a:pt x="786791" y="1458399"/>
                  </a:lnTo>
                  <a:lnTo>
                    <a:pt x="824785" y="1481241"/>
                  </a:lnTo>
                  <a:lnTo>
                    <a:pt x="864703" y="1500594"/>
                  </a:lnTo>
                  <a:lnTo>
                    <a:pt x="906296" y="1516308"/>
                  </a:lnTo>
                  <a:lnTo>
                    <a:pt x="949316" y="1528233"/>
                  </a:lnTo>
                  <a:lnTo>
                    <a:pt x="993512" y="1536219"/>
                  </a:lnTo>
                  <a:lnTo>
                    <a:pt x="1038635" y="1540116"/>
                  </a:lnTo>
                  <a:lnTo>
                    <a:pt x="1084436" y="1539775"/>
                  </a:lnTo>
                  <a:lnTo>
                    <a:pt x="1130665" y="1535045"/>
                  </a:lnTo>
                  <a:lnTo>
                    <a:pt x="1177074" y="1525778"/>
                  </a:lnTo>
                  <a:lnTo>
                    <a:pt x="1222394" y="1512168"/>
                  </a:lnTo>
                  <a:lnTo>
                    <a:pt x="1265427" y="1494634"/>
                  </a:lnTo>
                  <a:lnTo>
                    <a:pt x="1306022" y="1473425"/>
                  </a:lnTo>
                  <a:lnTo>
                    <a:pt x="1344029" y="1448791"/>
                  </a:lnTo>
                  <a:lnTo>
                    <a:pt x="1379300" y="1420981"/>
                  </a:lnTo>
                  <a:lnTo>
                    <a:pt x="1411684" y="1390245"/>
                  </a:lnTo>
                  <a:lnTo>
                    <a:pt x="1441031" y="1356833"/>
                  </a:lnTo>
                  <a:lnTo>
                    <a:pt x="1467193" y="1320993"/>
                  </a:lnTo>
                  <a:lnTo>
                    <a:pt x="1490019" y="1282977"/>
                  </a:lnTo>
                  <a:lnTo>
                    <a:pt x="1509359" y="1243032"/>
                  </a:lnTo>
                  <a:lnTo>
                    <a:pt x="1525064" y="1201409"/>
                  </a:lnTo>
                  <a:lnTo>
                    <a:pt x="1536985" y="1158357"/>
                  </a:lnTo>
                  <a:lnTo>
                    <a:pt x="1544971" y="1114126"/>
                  </a:lnTo>
                  <a:lnTo>
                    <a:pt x="1548873" y="1068966"/>
                  </a:lnTo>
                  <a:lnTo>
                    <a:pt x="1548542" y="1023125"/>
                  </a:lnTo>
                  <a:lnTo>
                    <a:pt x="1543827" y="976854"/>
                  </a:lnTo>
                  <a:lnTo>
                    <a:pt x="1534579" y="930401"/>
                  </a:lnTo>
                  <a:lnTo>
                    <a:pt x="1520874" y="884877"/>
                  </a:lnTo>
                  <a:lnTo>
                    <a:pt x="1503046" y="841350"/>
                  </a:lnTo>
                  <a:lnTo>
                    <a:pt x="1481316" y="800048"/>
                  </a:lnTo>
                  <a:lnTo>
                    <a:pt x="1455905" y="761199"/>
                  </a:lnTo>
                  <a:lnTo>
                    <a:pt x="1427036" y="725032"/>
                  </a:lnTo>
                  <a:lnTo>
                    <a:pt x="1394928" y="691773"/>
                  </a:lnTo>
                  <a:lnTo>
                    <a:pt x="1359805" y="661651"/>
                  </a:lnTo>
                  <a:lnTo>
                    <a:pt x="1321887" y="634894"/>
                  </a:lnTo>
                  <a:lnTo>
                    <a:pt x="1281397" y="611729"/>
                  </a:lnTo>
                  <a:lnTo>
                    <a:pt x="1238555" y="592384"/>
                  </a:lnTo>
                  <a:lnTo>
                    <a:pt x="1193584" y="577088"/>
                  </a:lnTo>
                  <a:lnTo>
                    <a:pt x="1358938" y="0"/>
                  </a:lnTo>
                  <a:close/>
                </a:path>
              </a:pathLst>
            </a:custGeom>
            <a:ln w="190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83463" y="3907341"/>
            <a:ext cx="82550" cy="92075"/>
          </a:xfrm>
          <a:custGeom>
            <a:avLst/>
            <a:gdLst/>
            <a:ahLst/>
            <a:cxnLst/>
            <a:rect l="l" t="t" r="r" b="b"/>
            <a:pathLst>
              <a:path w="82550" h="92075">
                <a:moveTo>
                  <a:pt x="82296" y="0"/>
                </a:moveTo>
                <a:lnTo>
                  <a:pt x="0" y="0"/>
                </a:lnTo>
                <a:lnTo>
                  <a:pt x="0" y="91507"/>
                </a:lnTo>
                <a:lnTo>
                  <a:pt x="82296" y="91507"/>
                </a:lnTo>
                <a:lnTo>
                  <a:pt x="82296" y="0"/>
                </a:lnTo>
                <a:close/>
              </a:path>
            </a:pathLst>
          </a:custGeom>
          <a:solidFill>
            <a:srgbClr val="11537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94360" y="3836860"/>
            <a:ext cx="109982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70">
                <a:solidFill>
                  <a:srgbClr val="585858"/>
                </a:solidFill>
                <a:latin typeface="Calibri"/>
                <a:cs typeface="Calibri"/>
              </a:rPr>
              <a:t>PERS.</a:t>
            </a:r>
            <a:r>
              <a:rPr dirty="0" sz="1200" spc="-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VARIABLE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72767" y="3907341"/>
            <a:ext cx="82550" cy="92075"/>
          </a:xfrm>
          <a:custGeom>
            <a:avLst/>
            <a:gdLst/>
            <a:ahLst/>
            <a:cxnLst/>
            <a:rect l="l" t="t" r="r" b="b"/>
            <a:pathLst>
              <a:path w="82550" h="92075">
                <a:moveTo>
                  <a:pt x="82295" y="0"/>
                </a:moveTo>
                <a:lnTo>
                  <a:pt x="0" y="0"/>
                </a:lnTo>
                <a:lnTo>
                  <a:pt x="0" y="91507"/>
                </a:lnTo>
                <a:lnTo>
                  <a:pt x="82295" y="91507"/>
                </a:lnTo>
                <a:lnTo>
                  <a:pt x="82295" y="0"/>
                </a:lnTo>
                <a:close/>
              </a:path>
            </a:pathLst>
          </a:custGeom>
          <a:solidFill>
            <a:srgbClr val="8599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678685" y="3836860"/>
            <a:ext cx="120015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70">
                <a:solidFill>
                  <a:srgbClr val="585858"/>
                </a:solidFill>
                <a:latin typeface="Calibri"/>
                <a:cs typeface="Calibri"/>
              </a:rPr>
              <a:t>PERS.</a:t>
            </a:r>
            <a:r>
              <a:rPr dirty="0" sz="12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105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dirty="0" sz="1200" spc="-8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PLANTA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99718" y="2473896"/>
            <a:ext cx="49657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>
                <a:latin typeface="Calibri"/>
                <a:cs typeface="Calibri"/>
              </a:rPr>
              <a:t>TOTAL</a:t>
            </a:r>
            <a:endParaRPr sz="1350">
              <a:latin typeface="Calibri"/>
              <a:cs typeface="Calibri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180617" y="1029208"/>
          <a:ext cx="5668645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775"/>
                <a:gridCol w="5106670"/>
              </a:tblGrid>
              <a:tr h="396240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500" spc="-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78105">
                    <a:solidFill>
                      <a:srgbClr val="0F4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000" spc="-240" b="1">
                          <a:latin typeface="Trebuchet MS"/>
                          <a:cs typeface="Trebuchet MS"/>
                        </a:rPr>
                        <a:t>PARTE </a:t>
                      </a:r>
                      <a:r>
                        <a:rPr dirty="0" sz="2000" spc="-170" b="1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dirty="0" sz="2000" spc="-23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220" b="1">
                          <a:latin typeface="Trebuchet MS"/>
                          <a:cs typeface="Trebuchet MS"/>
                        </a:rPr>
                        <a:t>FUERZA</a:t>
                      </a:r>
                      <a:r>
                        <a:rPr dirty="0" sz="2000" spc="-23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14" b="1">
                          <a:latin typeface="Trebuchet MS"/>
                          <a:cs typeface="Trebuchet MS"/>
                        </a:rPr>
                        <a:t>INSTITUCIONAL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B="0" marT="40640">
                    <a:solidFill>
                      <a:srgbClr val="8FAA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180617" y="4686808"/>
          <a:ext cx="5668645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775"/>
                <a:gridCol w="5106670"/>
              </a:tblGrid>
              <a:tr h="396240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500" spc="-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84455">
                    <a:solidFill>
                      <a:srgbClr val="0F476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2000" spc="-235" b="1">
                          <a:latin typeface="Trebuchet MS"/>
                          <a:cs typeface="Trebuchet MS"/>
                        </a:rPr>
                        <a:t>PARTE</a:t>
                      </a:r>
                      <a:r>
                        <a:rPr dirty="0" sz="2000" spc="-229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70" b="1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dirty="0" sz="2000" spc="-23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215" b="1">
                          <a:latin typeface="Trebuchet MS"/>
                          <a:cs typeface="Trebuchet MS"/>
                        </a:rPr>
                        <a:t>FUERZA</a:t>
                      </a:r>
                      <a:r>
                        <a:rPr dirty="0" sz="2000" spc="-229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80" b="1">
                          <a:latin typeface="Trebuchet MS"/>
                          <a:cs typeface="Trebuchet MS"/>
                        </a:rPr>
                        <a:t>MACROZONAS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B="0" marT="46990">
                    <a:solidFill>
                      <a:srgbClr val="8FAADE"/>
                    </a:solidFill>
                  </a:tcPr>
                </a:tc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0" y="0"/>
            <a:ext cx="7772400" cy="861060"/>
            <a:chOff x="0" y="0"/>
            <a:chExt cx="7772400" cy="861060"/>
          </a:xfrm>
        </p:grpSpPr>
        <p:sp>
          <p:nvSpPr>
            <p:cNvPr id="15" name="object 15"/>
            <p:cNvSpPr/>
            <p:nvPr/>
          </p:nvSpPr>
          <p:spPr>
            <a:xfrm>
              <a:off x="0" y="0"/>
              <a:ext cx="2320290" cy="565150"/>
            </a:xfrm>
            <a:custGeom>
              <a:avLst/>
              <a:gdLst/>
              <a:ahLst/>
              <a:cxnLst/>
              <a:rect l="l" t="t" r="r" b="b"/>
              <a:pathLst>
                <a:path w="2320290" h="565150">
                  <a:moveTo>
                    <a:pt x="0" y="565023"/>
                  </a:moveTo>
                  <a:lnTo>
                    <a:pt x="2319776" y="565023"/>
                  </a:lnTo>
                  <a:lnTo>
                    <a:pt x="2319776" y="0"/>
                  </a:lnTo>
                  <a:lnTo>
                    <a:pt x="0" y="0"/>
                  </a:lnTo>
                  <a:lnTo>
                    <a:pt x="0" y="5650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57882" y="0"/>
              <a:ext cx="5414645" cy="861060"/>
            </a:xfrm>
            <a:custGeom>
              <a:avLst/>
              <a:gdLst/>
              <a:ahLst/>
              <a:cxnLst/>
              <a:rect l="l" t="t" r="r" b="b"/>
              <a:pathLst>
                <a:path w="5414645" h="861060">
                  <a:moveTo>
                    <a:pt x="5414518" y="860933"/>
                  </a:moveTo>
                  <a:lnTo>
                    <a:pt x="5414505" y="0"/>
                  </a:lnTo>
                  <a:lnTo>
                    <a:pt x="4199242" y="0"/>
                  </a:lnTo>
                  <a:lnTo>
                    <a:pt x="0" y="0"/>
                  </a:lnTo>
                  <a:lnTo>
                    <a:pt x="0" y="860933"/>
                  </a:lnTo>
                  <a:lnTo>
                    <a:pt x="4199242" y="860933"/>
                  </a:lnTo>
                  <a:lnTo>
                    <a:pt x="5414518" y="86093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0" y="564997"/>
              <a:ext cx="2320290" cy="296545"/>
            </a:xfrm>
            <a:custGeom>
              <a:avLst/>
              <a:gdLst/>
              <a:ahLst/>
              <a:cxnLst/>
              <a:rect l="l" t="t" r="r" b="b"/>
              <a:pathLst>
                <a:path w="2320290" h="296544">
                  <a:moveTo>
                    <a:pt x="0" y="295935"/>
                  </a:moveTo>
                  <a:lnTo>
                    <a:pt x="2319776" y="295935"/>
                  </a:lnTo>
                  <a:lnTo>
                    <a:pt x="2319776" y="0"/>
                  </a:lnTo>
                  <a:lnTo>
                    <a:pt x="0" y="0"/>
                  </a:lnTo>
                  <a:lnTo>
                    <a:pt x="0" y="295935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30"/>
              </a:spcBef>
            </a:pPr>
            <a:r>
              <a:rPr dirty="0" spc="-185"/>
              <a:t>PERSONAL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706497" y="166751"/>
            <a:ext cx="3491229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254" b="1">
                <a:latin typeface="Trebuchet MS"/>
                <a:cs typeface="Trebuchet MS"/>
              </a:rPr>
              <a:t>SITUACIÓN</a:t>
            </a:r>
            <a:r>
              <a:rPr dirty="0" sz="2800" spc="-320" b="1">
                <a:latin typeface="Trebuchet MS"/>
                <a:cs typeface="Trebuchet MS"/>
              </a:rPr>
              <a:t> </a:t>
            </a:r>
            <a:r>
              <a:rPr dirty="0" sz="2800" spc="-245" b="1">
                <a:latin typeface="Trebuchet MS"/>
                <a:cs typeface="Trebuchet MS"/>
              </a:rPr>
              <a:t>DE</a:t>
            </a:r>
            <a:r>
              <a:rPr dirty="0" sz="2800" spc="-290" b="1">
                <a:latin typeface="Trebuchet MS"/>
                <a:cs typeface="Trebuchet MS"/>
              </a:rPr>
              <a:t> </a:t>
            </a:r>
            <a:r>
              <a:rPr dirty="0" sz="2800" spc="-270" b="1">
                <a:latin typeface="Trebuchet MS"/>
                <a:cs typeface="Trebuchet MS"/>
              </a:rPr>
              <a:t>PERSONAL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42060" y="570293"/>
            <a:ext cx="45339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-2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144" y="82308"/>
            <a:ext cx="7379334" cy="677545"/>
            <a:chOff x="9144" y="82308"/>
            <a:chExt cx="7379334" cy="677545"/>
          </a:xfrm>
        </p:grpSpPr>
        <p:pic>
          <p:nvPicPr>
            <p:cNvPr id="22" name="object 22" descr="Logotipo  Descripción generada automáticament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75703" y="82308"/>
              <a:ext cx="612648" cy="67715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144" y="164719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0"/>
                  </a:moveTo>
                  <a:lnTo>
                    <a:pt x="0" y="219582"/>
                  </a:lnTo>
                  <a:lnTo>
                    <a:pt x="219455" y="109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1180617" y="7598918"/>
          <a:ext cx="5668645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775"/>
                <a:gridCol w="5106670"/>
              </a:tblGrid>
              <a:tr h="396240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500" spc="-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88900">
                    <a:solidFill>
                      <a:srgbClr val="0F476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2000" spc="-235" b="1">
                          <a:latin typeface="Trebuchet MS"/>
                          <a:cs typeface="Trebuchet MS"/>
                        </a:rPr>
                        <a:t>PARTE</a:t>
                      </a:r>
                      <a:r>
                        <a:rPr dirty="0" sz="2000" spc="-24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70" b="1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dirty="0" sz="2000" spc="-24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215" b="1">
                          <a:latin typeface="Trebuchet MS"/>
                          <a:cs typeface="Trebuchet MS"/>
                        </a:rPr>
                        <a:t>FUERZA</a:t>
                      </a:r>
                      <a:r>
                        <a:rPr dirty="0" sz="2000" spc="-24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70" b="1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dirty="0" sz="2000" spc="-24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40" b="1">
                          <a:latin typeface="Trebuchet MS"/>
                          <a:cs typeface="Trebuchet MS"/>
                        </a:rPr>
                        <a:t>CATASTRÓFE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B="0" marT="51435">
                    <a:solidFill>
                      <a:srgbClr val="8FAA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120180" y="8859130"/>
          <a:ext cx="3002915" cy="725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3135"/>
                <a:gridCol w="1029969"/>
                <a:gridCol w="944244"/>
              </a:tblGrid>
              <a:tr h="302260">
                <a:tc>
                  <a:txBody>
                    <a:bodyPr/>
                    <a:lstStyle/>
                    <a:p>
                      <a:pPr algn="ctr" marL="15240">
                        <a:lnSpc>
                          <a:spcPts val="1555"/>
                        </a:lnSpc>
                      </a:pPr>
                      <a:r>
                        <a:rPr dirty="0" sz="1350" spc="70">
                          <a:latin typeface="Calibri"/>
                          <a:cs typeface="Calibri"/>
                        </a:rPr>
                        <a:t>FUERZA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5"/>
                        </a:lnSpc>
                      </a:pPr>
                      <a:r>
                        <a:rPr dirty="0" sz="1350" spc="55">
                          <a:latin typeface="Calibri"/>
                          <a:cs typeface="Calibri"/>
                        </a:rPr>
                        <a:t>FORMAN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5240">
                        <a:lnSpc>
                          <a:spcPts val="1555"/>
                        </a:lnSpc>
                      </a:pPr>
                      <a:r>
                        <a:rPr dirty="0" sz="1350" spc="-10">
                          <a:latin typeface="Calibri"/>
                          <a:cs typeface="Calibri"/>
                        </a:rPr>
                        <a:t>FALTAN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3545">
                <a:tc>
                  <a:txBody>
                    <a:bodyPr/>
                    <a:lstStyle/>
                    <a:p>
                      <a:pPr algn="ctr" marL="2413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1800" spc="-185" b="1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800" spc="-25" b="1">
                          <a:latin typeface="Trebuchet MS"/>
                          <a:cs typeface="Trebuchet MS"/>
                        </a:rPr>
                        <a:t>.-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812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1800" spc="-185" b="1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800" spc="-25" b="1">
                          <a:latin typeface="Trebuchet MS"/>
                          <a:cs typeface="Trebuchet MS"/>
                        </a:rPr>
                        <a:t>.-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812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dirty="0" sz="1800" spc="-185" b="1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800" spc="-25" b="1">
                          <a:latin typeface="Trebuchet MS"/>
                          <a:cs typeface="Trebuchet MS"/>
                        </a:rPr>
                        <a:t>.-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8128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120181" y="5769754"/>
          <a:ext cx="3002915" cy="307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3135"/>
                <a:gridCol w="1029969"/>
                <a:gridCol w="944244"/>
              </a:tblGrid>
              <a:tr h="307340">
                <a:tc>
                  <a:txBody>
                    <a:bodyPr/>
                    <a:lstStyle/>
                    <a:p>
                      <a:pPr marL="177165">
                        <a:lnSpc>
                          <a:spcPts val="1555"/>
                        </a:lnSpc>
                      </a:pPr>
                      <a:r>
                        <a:rPr dirty="0" sz="1350" spc="70">
                          <a:latin typeface="Calibri"/>
                          <a:cs typeface="Calibri"/>
                        </a:rPr>
                        <a:t>FUERZA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ts val="1555"/>
                        </a:lnSpc>
                      </a:pPr>
                      <a:r>
                        <a:rPr dirty="0" sz="1350" spc="55">
                          <a:latin typeface="Calibri"/>
                          <a:cs typeface="Calibri"/>
                        </a:rPr>
                        <a:t>FORMAN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ts val="1555"/>
                        </a:lnSpc>
                      </a:pPr>
                      <a:r>
                        <a:rPr dirty="0" sz="1350" spc="-10">
                          <a:latin typeface="Calibri"/>
                          <a:cs typeface="Calibri"/>
                        </a:rPr>
                        <a:t>FALTAN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7" name="object 27"/>
          <p:cNvSpPr/>
          <p:nvPr/>
        </p:nvSpPr>
        <p:spPr>
          <a:xfrm>
            <a:off x="120181" y="6507480"/>
            <a:ext cx="2926715" cy="0"/>
          </a:xfrm>
          <a:custGeom>
            <a:avLst/>
            <a:gdLst/>
            <a:ahLst/>
            <a:cxnLst/>
            <a:rect l="l" t="t" r="r" b="b"/>
            <a:pathLst>
              <a:path w="2926715" h="0">
                <a:moveTo>
                  <a:pt x="0" y="0"/>
                </a:moveTo>
                <a:lnTo>
                  <a:pt x="2926548" y="0"/>
                </a:lnTo>
              </a:path>
            </a:pathLst>
          </a:custGeom>
          <a:ln w="127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8" name="object 28"/>
          <p:cNvGrpSpPr/>
          <p:nvPr/>
        </p:nvGrpSpPr>
        <p:grpSpPr>
          <a:xfrm>
            <a:off x="4462079" y="5266309"/>
            <a:ext cx="2442210" cy="1931035"/>
            <a:chOff x="4462079" y="5266309"/>
            <a:chExt cx="2442210" cy="1931035"/>
          </a:xfrm>
        </p:grpSpPr>
        <p:sp>
          <p:nvSpPr>
            <p:cNvPr id="29" name="object 29"/>
            <p:cNvSpPr/>
            <p:nvPr/>
          </p:nvSpPr>
          <p:spPr>
            <a:xfrm>
              <a:off x="5436235" y="5266309"/>
              <a:ext cx="978535" cy="1931035"/>
            </a:xfrm>
            <a:custGeom>
              <a:avLst/>
              <a:gdLst/>
              <a:ahLst/>
              <a:cxnLst/>
              <a:rect l="l" t="t" r="r" b="b"/>
              <a:pathLst>
                <a:path w="978535" h="1931034">
                  <a:moveTo>
                    <a:pt x="0" y="1061465"/>
                  </a:moveTo>
                  <a:lnTo>
                    <a:pt x="0" y="1930780"/>
                  </a:lnTo>
                </a:path>
                <a:path w="978535" h="1931034">
                  <a:moveTo>
                    <a:pt x="0" y="677163"/>
                  </a:moveTo>
                  <a:lnTo>
                    <a:pt x="0" y="869302"/>
                  </a:lnTo>
                </a:path>
                <a:path w="978535" h="1931034">
                  <a:moveTo>
                    <a:pt x="0" y="283590"/>
                  </a:moveTo>
                  <a:lnTo>
                    <a:pt x="0" y="485000"/>
                  </a:lnTo>
                </a:path>
                <a:path w="978535" h="1931034">
                  <a:moveTo>
                    <a:pt x="0" y="0"/>
                  </a:moveTo>
                  <a:lnTo>
                    <a:pt x="0" y="91427"/>
                  </a:lnTo>
                </a:path>
                <a:path w="978535" h="1931034">
                  <a:moveTo>
                    <a:pt x="978407" y="283590"/>
                  </a:moveTo>
                  <a:lnTo>
                    <a:pt x="978407" y="1930780"/>
                  </a:lnTo>
                </a:path>
                <a:path w="978535" h="1931034">
                  <a:moveTo>
                    <a:pt x="978407" y="0"/>
                  </a:moveTo>
                  <a:lnTo>
                    <a:pt x="978407" y="91427"/>
                  </a:lnTo>
                </a:path>
              </a:pathLst>
            </a:custGeom>
            <a:ln w="9528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466844" y="6913359"/>
              <a:ext cx="485140" cy="192405"/>
            </a:xfrm>
            <a:custGeom>
              <a:avLst/>
              <a:gdLst/>
              <a:ahLst/>
              <a:cxnLst/>
              <a:rect l="l" t="t" r="r" b="b"/>
              <a:pathLst>
                <a:path w="485139" h="192404">
                  <a:moveTo>
                    <a:pt x="484631" y="0"/>
                  </a:moveTo>
                  <a:lnTo>
                    <a:pt x="0" y="0"/>
                  </a:lnTo>
                  <a:lnTo>
                    <a:pt x="0" y="192163"/>
                  </a:lnTo>
                  <a:lnTo>
                    <a:pt x="484631" y="192163"/>
                  </a:lnTo>
                  <a:lnTo>
                    <a:pt x="484631" y="0"/>
                  </a:lnTo>
                  <a:close/>
                </a:path>
              </a:pathLst>
            </a:custGeom>
            <a:solidFill>
              <a:srgbClr val="0A76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466844" y="6913359"/>
              <a:ext cx="485140" cy="192405"/>
            </a:xfrm>
            <a:custGeom>
              <a:avLst/>
              <a:gdLst/>
              <a:ahLst/>
              <a:cxnLst/>
              <a:rect l="l" t="t" r="r" b="b"/>
              <a:pathLst>
                <a:path w="485139" h="192404">
                  <a:moveTo>
                    <a:pt x="0" y="192163"/>
                  </a:moveTo>
                  <a:lnTo>
                    <a:pt x="484631" y="192163"/>
                  </a:lnTo>
                  <a:lnTo>
                    <a:pt x="484631" y="0"/>
                  </a:lnTo>
                  <a:lnTo>
                    <a:pt x="0" y="0"/>
                  </a:lnTo>
                  <a:lnTo>
                    <a:pt x="0" y="192163"/>
                  </a:lnTo>
                  <a:close/>
                </a:path>
              </a:pathLst>
            </a:custGeom>
            <a:ln w="9528">
              <a:solidFill>
                <a:srgbClr val="135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466844" y="6519913"/>
              <a:ext cx="969644" cy="192405"/>
            </a:xfrm>
            <a:custGeom>
              <a:avLst/>
              <a:gdLst/>
              <a:ahLst/>
              <a:cxnLst/>
              <a:rect l="l" t="t" r="r" b="b"/>
              <a:pathLst>
                <a:path w="969645" h="192404">
                  <a:moveTo>
                    <a:pt x="969263" y="0"/>
                  </a:moveTo>
                  <a:lnTo>
                    <a:pt x="0" y="0"/>
                  </a:lnTo>
                  <a:lnTo>
                    <a:pt x="0" y="192163"/>
                  </a:lnTo>
                  <a:lnTo>
                    <a:pt x="969263" y="192163"/>
                  </a:lnTo>
                  <a:lnTo>
                    <a:pt x="969263" y="0"/>
                  </a:lnTo>
                  <a:close/>
                </a:path>
              </a:pathLst>
            </a:custGeom>
            <a:solidFill>
              <a:srgbClr val="0A76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466844" y="6519913"/>
              <a:ext cx="969644" cy="192405"/>
            </a:xfrm>
            <a:custGeom>
              <a:avLst/>
              <a:gdLst/>
              <a:ahLst/>
              <a:cxnLst/>
              <a:rect l="l" t="t" r="r" b="b"/>
              <a:pathLst>
                <a:path w="969645" h="192404">
                  <a:moveTo>
                    <a:pt x="0" y="192163"/>
                  </a:moveTo>
                  <a:lnTo>
                    <a:pt x="969263" y="192163"/>
                  </a:lnTo>
                  <a:lnTo>
                    <a:pt x="969263" y="0"/>
                  </a:lnTo>
                  <a:lnTo>
                    <a:pt x="0" y="0"/>
                  </a:lnTo>
                  <a:lnTo>
                    <a:pt x="0" y="192163"/>
                  </a:lnTo>
                  <a:close/>
                </a:path>
              </a:pathLst>
            </a:custGeom>
            <a:ln w="9528">
              <a:solidFill>
                <a:srgbClr val="135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466844" y="6135611"/>
              <a:ext cx="1454150" cy="192405"/>
            </a:xfrm>
            <a:custGeom>
              <a:avLst/>
              <a:gdLst/>
              <a:ahLst/>
              <a:cxnLst/>
              <a:rect l="l" t="t" r="r" b="b"/>
              <a:pathLst>
                <a:path w="1454150" h="192404">
                  <a:moveTo>
                    <a:pt x="1453896" y="0"/>
                  </a:moveTo>
                  <a:lnTo>
                    <a:pt x="0" y="0"/>
                  </a:lnTo>
                  <a:lnTo>
                    <a:pt x="0" y="192163"/>
                  </a:lnTo>
                  <a:lnTo>
                    <a:pt x="1453896" y="192163"/>
                  </a:lnTo>
                  <a:lnTo>
                    <a:pt x="1453896" y="0"/>
                  </a:lnTo>
                  <a:close/>
                </a:path>
              </a:pathLst>
            </a:custGeom>
            <a:solidFill>
              <a:srgbClr val="0A76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466844" y="6135611"/>
              <a:ext cx="1454150" cy="192405"/>
            </a:xfrm>
            <a:custGeom>
              <a:avLst/>
              <a:gdLst/>
              <a:ahLst/>
              <a:cxnLst/>
              <a:rect l="l" t="t" r="r" b="b"/>
              <a:pathLst>
                <a:path w="1454150" h="192404">
                  <a:moveTo>
                    <a:pt x="0" y="192163"/>
                  </a:moveTo>
                  <a:lnTo>
                    <a:pt x="1453896" y="192163"/>
                  </a:lnTo>
                  <a:lnTo>
                    <a:pt x="1453896" y="0"/>
                  </a:lnTo>
                  <a:lnTo>
                    <a:pt x="0" y="0"/>
                  </a:lnTo>
                  <a:lnTo>
                    <a:pt x="0" y="192163"/>
                  </a:lnTo>
                  <a:close/>
                </a:path>
              </a:pathLst>
            </a:custGeom>
            <a:ln w="9528">
              <a:solidFill>
                <a:srgbClr val="135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466844" y="5751309"/>
              <a:ext cx="1948180" cy="192405"/>
            </a:xfrm>
            <a:custGeom>
              <a:avLst/>
              <a:gdLst/>
              <a:ahLst/>
              <a:cxnLst/>
              <a:rect l="l" t="t" r="r" b="b"/>
              <a:pathLst>
                <a:path w="1948179" h="192404">
                  <a:moveTo>
                    <a:pt x="1947672" y="0"/>
                  </a:moveTo>
                  <a:lnTo>
                    <a:pt x="0" y="0"/>
                  </a:lnTo>
                  <a:lnTo>
                    <a:pt x="0" y="192163"/>
                  </a:lnTo>
                  <a:lnTo>
                    <a:pt x="1947672" y="192163"/>
                  </a:lnTo>
                  <a:lnTo>
                    <a:pt x="1947672" y="0"/>
                  </a:lnTo>
                  <a:close/>
                </a:path>
              </a:pathLst>
            </a:custGeom>
            <a:solidFill>
              <a:srgbClr val="0A76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466844" y="5751309"/>
              <a:ext cx="1948180" cy="192405"/>
            </a:xfrm>
            <a:custGeom>
              <a:avLst/>
              <a:gdLst/>
              <a:ahLst/>
              <a:cxnLst/>
              <a:rect l="l" t="t" r="r" b="b"/>
              <a:pathLst>
                <a:path w="1948179" h="192404">
                  <a:moveTo>
                    <a:pt x="0" y="192163"/>
                  </a:moveTo>
                  <a:lnTo>
                    <a:pt x="1947672" y="192163"/>
                  </a:lnTo>
                  <a:lnTo>
                    <a:pt x="1947672" y="0"/>
                  </a:lnTo>
                  <a:lnTo>
                    <a:pt x="0" y="0"/>
                  </a:lnTo>
                  <a:lnTo>
                    <a:pt x="0" y="192163"/>
                  </a:lnTo>
                  <a:close/>
                </a:path>
              </a:pathLst>
            </a:custGeom>
            <a:ln w="9528">
              <a:solidFill>
                <a:srgbClr val="135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466844" y="5357736"/>
              <a:ext cx="2432685" cy="192405"/>
            </a:xfrm>
            <a:custGeom>
              <a:avLst/>
              <a:gdLst/>
              <a:ahLst/>
              <a:cxnLst/>
              <a:rect l="l" t="t" r="r" b="b"/>
              <a:pathLst>
                <a:path w="2432684" h="192404">
                  <a:moveTo>
                    <a:pt x="2432304" y="0"/>
                  </a:moveTo>
                  <a:lnTo>
                    <a:pt x="0" y="0"/>
                  </a:lnTo>
                  <a:lnTo>
                    <a:pt x="0" y="192163"/>
                  </a:lnTo>
                  <a:lnTo>
                    <a:pt x="2432304" y="192163"/>
                  </a:lnTo>
                  <a:lnTo>
                    <a:pt x="2432304" y="0"/>
                  </a:lnTo>
                  <a:close/>
                </a:path>
              </a:pathLst>
            </a:custGeom>
            <a:solidFill>
              <a:srgbClr val="0A76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466844" y="5357736"/>
              <a:ext cx="2432685" cy="192405"/>
            </a:xfrm>
            <a:custGeom>
              <a:avLst/>
              <a:gdLst/>
              <a:ahLst/>
              <a:cxnLst/>
              <a:rect l="l" t="t" r="r" b="b"/>
              <a:pathLst>
                <a:path w="2432684" h="192404">
                  <a:moveTo>
                    <a:pt x="0" y="192163"/>
                  </a:moveTo>
                  <a:lnTo>
                    <a:pt x="2432304" y="192163"/>
                  </a:lnTo>
                  <a:lnTo>
                    <a:pt x="2432304" y="0"/>
                  </a:lnTo>
                  <a:lnTo>
                    <a:pt x="0" y="0"/>
                  </a:lnTo>
                  <a:lnTo>
                    <a:pt x="0" y="192163"/>
                  </a:lnTo>
                  <a:close/>
                </a:path>
              </a:pathLst>
            </a:custGeom>
            <a:ln w="9528">
              <a:solidFill>
                <a:srgbClr val="135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466844" y="5266309"/>
              <a:ext cx="0" cy="1931035"/>
            </a:xfrm>
            <a:custGeom>
              <a:avLst/>
              <a:gdLst/>
              <a:ahLst/>
              <a:cxnLst/>
              <a:rect l="l" t="t" r="r" b="b"/>
              <a:pathLst>
                <a:path w="0" h="1931034">
                  <a:moveTo>
                    <a:pt x="0" y="1930780"/>
                  </a:moveTo>
                  <a:lnTo>
                    <a:pt x="0" y="0"/>
                  </a:lnTo>
                </a:path>
              </a:pathLst>
            </a:custGeom>
            <a:ln w="9528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/>
          <p:nvPr/>
        </p:nvSpPr>
        <p:spPr>
          <a:xfrm>
            <a:off x="7383780" y="5266309"/>
            <a:ext cx="0" cy="1931035"/>
          </a:xfrm>
          <a:custGeom>
            <a:avLst/>
            <a:gdLst/>
            <a:ahLst/>
            <a:cxnLst/>
            <a:rect l="l" t="t" r="r" b="b"/>
            <a:pathLst>
              <a:path w="0" h="1931034">
                <a:moveTo>
                  <a:pt x="0" y="0"/>
                </a:moveTo>
                <a:lnTo>
                  <a:pt x="0" y="1930780"/>
                </a:lnTo>
              </a:path>
            </a:pathLst>
          </a:custGeom>
          <a:ln w="9528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5024373" y="6904228"/>
            <a:ext cx="191135" cy="212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510021" y="6515544"/>
            <a:ext cx="273685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Calibri"/>
                <a:cs typeface="Calibri"/>
              </a:rPr>
              <a:t>170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995542" y="6127305"/>
            <a:ext cx="191135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Calibri"/>
                <a:cs typeface="Calibri"/>
              </a:rPr>
              <a:t>30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481445" y="5738812"/>
            <a:ext cx="19050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Calibri"/>
                <a:cs typeface="Calibri"/>
              </a:rPr>
              <a:t>40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966966" y="5350700"/>
            <a:ext cx="19050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Calibri"/>
                <a:cs typeface="Calibri"/>
              </a:rPr>
              <a:t>50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421885" y="7286053"/>
            <a:ext cx="10922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50"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352669" y="7286053"/>
            <a:ext cx="19050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323838" y="7286053"/>
            <a:ext cx="19050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Calibri"/>
                <a:cs typeface="Calibri"/>
              </a:rPr>
              <a:t>40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294880" y="7286053"/>
            <a:ext cx="19050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Calibri"/>
                <a:cs typeface="Calibri"/>
              </a:rPr>
              <a:t>60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652773" y="6895401"/>
            <a:ext cx="69977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>
                <a:latin typeface="Calibri"/>
                <a:cs typeface="Calibri"/>
              </a:rPr>
              <a:t>FT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45">
                <a:latin typeface="Calibri"/>
                <a:cs typeface="Calibri"/>
              </a:rPr>
              <a:t>BIOBÍO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074797" y="6506908"/>
            <a:ext cx="126873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>
                <a:latin typeface="Calibri"/>
                <a:cs typeface="Calibri"/>
              </a:rPr>
              <a:t>JAF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ANTOFAGASTA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354451" y="6118796"/>
            <a:ext cx="995044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>
                <a:latin typeface="Calibri"/>
                <a:cs typeface="Calibri"/>
              </a:rPr>
              <a:t>JAF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TARAPACÁ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654933" y="5730684"/>
            <a:ext cx="69342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>
                <a:latin typeface="Calibri"/>
                <a:cs typeface="Calibri"/>
              </a:rPr>
              <a:t>JAF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50">
                <a:latin typeface="Calibri"/>
                <a:cs typeface="Calibri"/>
              </a:rPr>
              <a:t>ARICA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222370" y="5342191"/>
            <a:ext cx="1123315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55">
                <a:latin typeface="Calibri"/>
                <a:cs typeface="Calibri"/>
              </a:rPr>
              <a:t>JDN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ARAUCANÍA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161915" y="8185404"/>
            <a:ext cx="0" cy="1217295"/>
          </a:xfrm>
          <a:custGeom>
            <a:avLst/>
            <a:gdLst/>
            <a:ahLst/>
            <a:cxnLst/>
            <a:rect l="l" t="t" r="r" b="b"/>
            <a:pathLst>
              <a:path w="0" h="1217295">
                <a:moveTo>
                  <a:pt x="0" y="0"/>
                </a:moveTo>
                <a:lnTo>
                  <a:pt x="0" y="1217028"/>
                </a:lnTo>
              </a:path>
            </a:pathLst>
          </a:custGeom>
          <a:ln w="9528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902578" y="8185404"/>
            <a:ext cx="0" cy="1217295"/>
          </a:xfrm>
          <a:custGeom>
            <a:avLst/>
            <a:gdLst/>
            <a:ahLst/>
            <a:cxnLst/>
            <a:rect l="l" t="t" r="r" b="b"/>
            <a:pathLst>
              <a:path w="0" h="1217295">
                <a:moveTo>
                  <a:pt x="0" y="0"/>
                </a:moveTo>
                <a:lnTo>
                  <a:pt x="0" y="1217028"/>
                </a:lnTo>
              </a:path>
            </a:pathLst>
          </a:custGeom>
          <a:ln w="9528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643369" y="8185404"/>
            <a:ext cx="0" cy="1217295"/>
          </a:xfrm>
          <a:custGeom>
            <a:avLst/>
            <a:gdLst/>
            <a:ahLst/>
            <a:cxnLst/>
            <a:rect l="l" t="t" r="r" b="b"/>
            <a:pathLst>
              <a:path w="0" h="1217295">
                <a:moveTo>
                  <a:pt x="0" y="0"/>
                </a:moveTo>
                <a:lnTo>
                  <a:pt x="0" y="1217028"/>
                </a:lnTo>
              </a:path>
            </a:pathLst>
          </a:custGeom>
          <a:ln w="9528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374635" y="8185404"/>
            <a:ext cx="0" cy="1217295"/>
          </a:xfrm>
          <a:custGeom>
            <a:avLst/>
            <a:gdLst/>
            <a:ahLst/>
            <a:cxnLst/>
            <a:rect l="l" t="t" r="r" b="b"/>
            <a:pathLst>
              <a:path w="0" h="1217295">
                <a:moveTo>
                  <a:pt x="0" y="0"/>
                </a:moveTo>
                <a:lnTo>
                  <a:pt x="0" y="1217028"/>
                </a:lnTo>
              </a:path>
            </a:pathLst>
          </a:custGeom>
          <a:ln w="9528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430267" y="8185404"/>
            <a:ext cx="0" cy="1217295"/>
          </a:xfrm>
          <a:custGeom>
            <a:avLst/>
            <a:gdLst/>
            <a:ahLst/>
            <a:cxnLst/>
            <a:rect l="l" t="t" r="r" b="b"/>
            <a:pathLst>
              <a:path w="0" h="1217295">
                <a:moveTo>
                  <a:pt x="0" y="1217028"/>
                </a:moveTo>
                <a:lnTo>
                  <a:pt x="0" y="0"/>
                </a:lnTo>
              </a:path>
            </a:pathLst>
          </a:custGeom>
          <a:ln w="9528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7080504" y="8373236"/>
            <a:ext cx="44450" cy="476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" spc="-25">
                <a:latin typeface="Calibri"/>
                <a:cs typeface="Calibri"/>
              </a:rPr>
              <a:t>700</a:t>
            </a:r>
            <a:endParaRPr sz="15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380484" y="9495167"/>
            <a:ext cx="10922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50"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037328" y="9495167"/>
            <a:ext cx="272415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Calibri"/>
                <a:cs typeface="Calibri"/>
              </a:rPr>
              <a:t>200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775197" y="9495167"/>
            <a:ext cx="273685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Calibri"/>
                <a:cs typeface="Calibri"/>
              </a:rPr>
              <a:t>400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513321" y="9495167"/>
            <a:ext cx="272415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Calibri"/>
                <a:cs typeface="Calibri"/>
              </a:rPr>
              <a:t>600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251445" y="9495167"/>
            <a:ext cx="272415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Calibri"/>
                <a:cs typeface="Calibri"/>
              </a:rPr>
              <a:t>800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895" y="1125394"/>
            <a:ext cx="1481328" cy="852893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338958" y="869696"/>
            <a:ext cx="5384800" cy="385445"/>
            <a:chOff x="2338958" y="869696"/>
            <a:chExt cx="5384800" cy="385445"/>
          </a:xfrm>
        </p:grpSpPr>
        <p:sp>
          <p:nvSpPr>
            <p:cNvPr id="4" name="object 4"/>
            <p:cNvSpPr/>
            <p:nvPr/>
          </p:nvSpPr>
          <p:spPr>
            <a:xfrm>
              <a:off x="2345308" y="875982"/>
              <a:ext cx="344170" cy="367030"/>
            </a:xfrm>
            <a:custGeom>
              <a:avLst/>
              <a:gdLst/>
              <a:ahLst/>
              <a:cxnLst/>
              <a:rect l="l" t="t" r="r" b="b"/>
              <a:pathLst>
                <a:path w="344169" h="367030">
                  <a:moveTo>
                    <a:pt x="343865" y="0"/>
                  </a:moveTo>
                  <a:lnTo>
                    <a:pt x="0" y="0"/>
                  </a:lnTo>
                  <a:lnTo>
                    <a:pt x="0" y="366458"/>
                  </a:lnTo>
                  <a:lnTo>
                    <a:pt x="343865" y="366458"/>
                  </a:lnTo>
                  <a:lnTo>
                    <a:pt x="343865" y="0"/>
                  </a:lnTo>
                  <a:close/>
                </a:path>
              </a:pathLst>
            </a:custGeom>
            <a:solidFill>
              <a:srgbClr val="9C85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689224" y="875982"/>
              <a:ext cx="5022215" cy="367030"/>
            </a:xfrm>
            <a:custGeom>
              <a:avLst/>
              <a:gdLst/>
              <a:ahLst/>
              <a:cxnLst/>
              <a:rect l="l" t="t" r="r" b="b"/>
              <a:pathLst>
                <a:path w="5022215" h="367030">
                  <a:moveTo>
                    <a:pt x="5021961" y="0"/>
                  </a:moveTo>
                  <a:lnTo>
                    <a:pt x="0" y="0"/>
                  </a:lnTo>
                  <a:lnTo>
                    <a:pt x="0" y="366458"/>
                  </a:lnTo>
                  <a:lnTo>
                    <a:pt x="5021961" y="366458"/>
                  </a:lnTo>
                  <a:lnTo>
                    <a:pt x="5021961" y="0"/>
                  </a:lnTo>
                  <a:close/>
                </a:path>
              </a:pathLst>
            </a:custGeom>
            <a:solidFill>
              <a:srgbClr val="BEA0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345308" y="876046"/>
              <a:ext cx="5372100" cy="372745"/>
            </a:xfrm>
            <a:custGeom>
              <a:avLst/>
              <a:gdLst/>
              <a:ahLst/>
              <a:cxnLst/>
              <a:rect l="l" t="t" r="r" b="b"/>
              <a:pathLst>
                <a:path w="5372100" h="372744">
                  <a:moveTo>
                    <a:pt x="343916" y="0"/>
                  </a:moveTo>
                  <a:lnTo>
                    <a:pt x="343916" y="372745"/>
                  </a:lnTo>
                </a:path>
                <a:path w="5372100" h="372744">
                  <a:moveTo>
                    <a:pt x="5365750" y="0"/>
                  </a:moveTo>
                  <a:lnTo>
                    <a:pt x="5365750" y="372745"/>
                  </a:lnTo>
                </a:path>
                <a:path w="5372100" h="372744">
                  <a:moveTo>
                    <a:pt x="0" y="366395"/>
                  </a:moveTo>
                  <a:lnTo>
                    <a:pt x="5372100" y="366395"/>
                  </a:lnTo>
                </a:path>
              </a:pathLst>
            </a:custGeom>
            <a:ln w="1270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428113" y="926274"/>
            <a:ext cx="19431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-60" b="1">
                <a:solidFill>
                  <a:srgbClr val="FFFFFF"/>
                </a:solidFill>
                <a:latin typeface="Trebuchet MS"/>
                <a:cs typeface="Trebuchet MS"/>
              </a:rPr>
              <a:t>1.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28872" y="926274"/>
            <a:ext cx="355727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-125" b="1">
                <a:solidFill>
                  <a:srgbClr val="FFFFFF"/>
                </a:solidFill>
                <a:latin typeface="Trebuchet MS"/>
                <a:cs typeface="Trebuchet MS"/>
              </a:rPr>
              <a:t>SITUACIÓN</a:t>
            </a:r>
            <a:r>
              <a:rPr dirty="0" sz="1550" spc="-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145" b="1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550" spc="-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120" b="1">
                <a:solidFill>
                  <a:srgbClr val="FFFFFF"/>
                </a:solidFill>
                <a:latin typeface="Trebuchet MS"/>
                <a:cs typeface="Trebuchet MS"/>
              </a:rPr>
              <a:t>INCIDENTES</a:t>
            </a:r>
            <a:r>
              <a:rPr dirty="0" sz="1550" spc="-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50" spc="-100" b="1">
                <a:solidFill>
                  <a:srgbClr val="FFFFFF"/>
                </a:solidFill>
                <a:latin typeface="Trebuchet MS"/>
                <a:cs typeface="Trebuchet MS"/>
              </a:rPr>
              <a:t>INSTITUCIONALES</a:t>
            </a:r>
            <a:endParaRPr sz="1550">
              <a:latin typeface="Trebuchet MS"/>
              <a:cs typeface="Trebuchet MS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338957" y="1342261"/>
          <a:ext cx="5454650" cy="67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0119"/>
                <a:gridCol w="4405630"/>
              </a:tblGrid>
              <a:tr h="426720">
                <a:tc>
                  <a:txBody>
                    <a:bodyPr/>
                    <a:lstStyle/>
                    <a:p>
                      <a:pPr marL="170815" marR="162560" indent="111760">
                        <a:lnSpc>
                          <a:spcPct val="103000"/>
                        </a:lnSpc>
                        <a:spcBef>
                          <a:spcPts val="370"/>
                        </a:spcBef>
                      </a:pPr>
                      <a:r>
                        <a:rPr dirty="0" sz="1050" spc="-7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TIPO</a:t>
                      </a:r>
                      <a:r>
                        <a:rPr dirty="0" sz="1050" spc="-6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1050" spc="-2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DE </a:t>
                      </a:r>
                      <a:r>
                        <a:rPr dirty="0" sz="1050" spc="-7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INCIDENTES</a:t>
                      </a:r>
                      <a:endParaRPr sz="10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469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A04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105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DESCRIPCIÓN</a:t>
                      </a:r>
                      <a:endParaRPr sz="10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1358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A042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338957" y="7064881"/>
          <a:ext cx="5454650" cy="25171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345"/>
                <a:gridCol w="527685"/>
                <a:gridCol w="1203959"/>
                <a:gridCol w="1128395"/>
                <a:gridCol w="2160905"/>
              </a:tblGrid>
              <a:tr h="335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dirty="0" sz="155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3.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6222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C8538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550" spc="-8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SISTEMA</a:t>
                      </a:r>
                      <a:r>
                        <a:rPr dirty="0" sz="1550" spc="-9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1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dirty="0" sz="1550" spc="-18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ALERTA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A04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18159">
                <a:tc gridSpan="2"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dirty="0" sz="135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ALERTA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167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A04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dirty="0" sz="1350" spc="-2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ÁREA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167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A042"/>
                    </a:solidFill>
                  </a:tcPr>
                </a:tc>
                <a:tc>
                  <a:txBody>
                    <a:bodyPr/>
                    <a:lstStyle/>
                    <a:p>
                      <a:pPr marL="226060" marR="212090" indent="80645">
                        <a:lnSpc>
                          <a:spcPct val="102400"/>
                        </a:lnSpc>
                        <a:spcBef>
                          <a:spcPts val="434"/>
                        </a:spcBef>
                      </a:pPr>
                      <a:r>
                        <a:rPr dirty="0" sz="135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UNIDAD </a:t>
                      </a:r>
                      <a:r>
                        <a:rPr dirty="0" sz="1350" spc="-10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ASOCIADA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A04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dirty="0" sz="135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APRECIACIÓN</a:t>
                      </a:r>
                      <a:endParaRPr sz="13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167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A042"/>
                    </a:solidFill>
                  </a:tcPr>
                </a:tc>
              </a:tr>
              <a:tr h="243840">
                <a:tc gridSpan="2"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.-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>
                        <a:alpha val="5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.-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.-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.-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>
                        <a:alpha val="50195"/>
                      </a:srgbClr>
                    </a:solidFill>
                  </a:tcPr>
                </a:tc>
              </a:tr>
              <a:tr h="5397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>
                        <a:alpha val="5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55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4.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C8538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550" spc="-8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ANÁLISIS</a:t>
                      </a:r>
                      <a:r>
                        <a:rPr dirty="0" sz="1550" spc="-16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15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FACTORES</a:t>
                      </a:r>
                      <a:r>
                        <a:rPr dirty="0" sz="1550" spc="-8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6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METEOROLÓGICOS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A04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840">
                <a:tc gridSpan="5"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.-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>
                        <a:alpha val="5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5244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A04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35280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55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5.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654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C853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53911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550" spc="-13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PROYECCIÓN</a:t>
                      </a:r>
                      <a:r>
                        <a:rPr dirty="0" sz="1550" spc="-8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14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METEREOLÓGICA</a:t>
                      </a:r>
                      <a:r>
                        <a:rPr dirty="0" sz="1550" spc="-16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8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PRÓXIMAS</a:t>
                      </a:r>
                      <a:r>
                        <a:rPr dirty="0" sz="1550" spc="-7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1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48</a:t>
                      </a:r>
                      <a:r>
                        <a:rPr dirty="0" sz="1550" spc="-7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HRS.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A04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96240">
                <a:tc gridSpan="5">
                  <a:txBody>
                    <a:bodyPr/>
                    <a:lstStyle/>
                    <a:p>
                      <a:pPr marL="93980" marR="71120">
                        <a:lnSpc>
                          <a:spcPts val="1150"/>
                        </a:lnSpc>
                        <a:spcBef>
                          <a:spcPts val="495"/>
                        </a:spcBef>
                      </a:pPr>
                      <a:r>
                        <a:rPr dirty="0" sz="1000" spc="20">
                          <a:latin typeface="Calibri"/>
                          <a:cs typeface="Calibri"/>
                        </a:rPr>
                        <a:t>Amenaza</a:t>
                      </a:r>
                      <a:r>
                        <a:rPr dirty="0" sz="100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Meteorológica</a:t>
                      </a:r>
                      <a:r>
                        <a:rPr dirty="0" sz="10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00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60"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 zona</a:t>
                      </a:r>
                      <a:r>
                        <a:rPr dirty="0" sz="100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central</a:t>
                      </a:r>
                      <a:r>
                        <a:rPr dirty="0" sz="100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100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00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06</a:t>
                      </a:r>
                      <a:r>
                        <a:rPr dirty="0" sz="100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0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mayo,</a:t>
                      </a:r>
                      <a:r>
                        <a:rPr dirty="0" sz="100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70"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 pronostican</a:t>
                      </a:r>
                      <a:r>
                        <a:rPr dirty="0" sz="10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0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100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6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00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15</a:t>
                      </a:r>
                      <a:r>
                        <a:rPr dirty="0" sz="100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30">
                          <a:latin typeface="Calibri"/>
                          <a:cs typeface="Calibri"/>
                        </a:rPr>
                        <a:t>mm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00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precipitaciones</a:t>
                      </a:r>
                      <a:r>
                        <a:rPr dirty="0" sz="100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00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vientos</a:t>
                      </a:r>
                      <a:r>
                        <a:rPr dirty="0" sz="10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entre</a:t>
                      </a:r>
                      <a:r>
                        <a:rPr dirty="0" sz="100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los</a:t>
                      </a:r>
                      <a:r>
                        <a:rPr dirty="0" sz="100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20</a:t>
                      </a:r>
                      <a:r>
                        <a:rPr dirty="0" sz="1000" spc="1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00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30</a:t>
                      </a:r>
                      <a:r>
                        <a:rPr dirty="0" sz="100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km/h.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628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0" y="0"/>
            <a:ext cx="7772400" cy="861060"/>
            <a:chOff x="0" y="0"/>
            <a:chExt cx="7772400" cy="861060"/>
          </a:xfrm>
        </p:grpSpPr>
        <p:sp>
          <p:nvSpPr>
            <p:cNvPr id="12" name="object 12"/>
            <p:cNvSpPr/>
            <p:nvPr/>
          </p:nvSpPr>
          <p:spPr>
            <a:xfrm>
              <a:off x="0" y="0"/>
              <a:ext cx="2320290" cy="565150"/>
            </a:xfrm>
            <a:custGeom>
              <a:avLst/>
              <a:gdLst/>
              <a:ahLst/>
              <a:cxnLst/>
              <a:rect l="l" t="t" r="r" b="b"/>
              <a:pathLst>
                <a:path w="2320290" h="565150">
                  <a:moveTo>
                    <a:pt x="0" y="565023"/>
                  </a:moveTo>
                  <a:lnTo>
                    <a:pt x="2319776" y="565023"/>
                  </a:lnTo>
                  <a:lnTo>
                    <a:pt x="2319776" y="0"/>
                  </a:lnTo>
                  <a:lnTo>
                    <a:pt x="0" y="0"/>
                  </a:lnTo>
                  <a:lnTo>
                    <a:pt x="0" y="5650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357882" y="0"/>
              <a:ext cx="5414645" cy="861060"/>
            </a:xfrm>
            <a:custGeom>
              <a:avLst/>
              <a:gdLst/>
              <a:ahLst/>
              <a:cxnLst/>
              <a:rect l="l" t="t" r="r" b="b"/>
              <a:pathLst>
                <a:path w="5414645" h="861060">
                  <a:moveTo>
                    <a:pt x="5414518" y="860933"/>
                  </a:moveTo>
                  <a:lnTo>
                    <a:pt x="5414480" y="0"/>
                  </a:lnTo>
                  <a:lnTo>
                    <a:pt x="4338320" y="0"/>
                  </a:lnTo>
                  <a:lnTo>
                    <a:pt x="0" y="0"/>
                  </a:lnTo>
                  <a:lnTo>
                    <a:pt x="0" y="860933"/>
                  </a:lnTo>
                  <a:lnTo>
                    <a:pt x="4338320" y="860933"/>
                  </a:lnTo>
                  <a:lnTo>
                    <a:pt x="5414518" y="86093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0" y="564997"/>
              <a:ext cx="2320290" cy="296545"/>
            </a:xfrm>
            <a:custGeom>
              <a:avLst/>
              <a:gdLst/>
              <a:ahLst/>
              <a:cxnLst/>
              <a:rect l="l" t="t" r="r" b="b"/>
              <a:pathLst>
                <a:path w="2320290" h="296544">
                  <a:moveTo>
                    <a:pt x="0" y="295935"/>
                  </a:moveTo>
                  <a:lnTo>
                    <a:pt x="2319776" y="295935"/>
                  </a:lnTo>
                  <a:lnTo>
                    <a:pt x="2319776" y="0"/>
                  </a:lnTo>
                  <a:lnTo>
                    <a:pt x="0" y="0"/>
                  </a:lnTo>
                  <a:lnTo>
                    <a:pt x="0" y="295935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30"/>
              </a:spcBef>
            </a:pPr>
            <a:r>
              <a:rPr dirty="0" spc="-185"/>
              <a:t>INTELIGENCIA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558669" y="166751"/>
            <a:ext cx="3924935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254" b="1">
                <a:latin typeface="Trebuchet MS"/>
                <a:cs typeface="Trebuchet MS"/>
              </a:rPr>
              <a:t>SITUACIÓN</a:t>
            </a:r>
            <a:r>
              <a:rPr dirty="0" sz="2800" spc="-315" b="1">
                <a:latin typeface="Trebuchet MS"/>
                <a:cs typeface="Trebuchet MS"/>
              </a:rPr>
              <a:t> </a:t>
            </a:r>
            <a:r>
              <a:rPr dirty="0" sz="2800" spc="-245" b="1">
                <a:latin typeface="Trebuchet MS"/>
                <a:cs typeface="Trebuchet MS"/>
              </a:rPr>
              <a:t>DE</a:t>
            </a:r>
            <a:r>
              <a:rPr dirty="0" sz="2800" spc="-290" b="1">
                <a:latin typeface="Trebuchet MS"/>
                <a:cs typeface="Trebuchet MS"/>
              </a:rPr>
              <a:t> </a:t>
            </a:r>
            <a:r>
              <a:rPr dirty="0" sz="2800" spc="-265" b="1">
                <a:latin typeface="Trebuchet MS"/>
                <a:cs typeface="Trebuchet MS"/>
              </a:rPr>
              <a:t>INTELIGENCIA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728" y="570293"/>
            <a:ext cx="104902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05MAY2026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144" y="82308"/>
            <a:ext cx="7379334" cy="677545"/>
            <a:chOff x="9144" y="82308"/>
            <a:chExt cx="7379334" cy="677545"/>
          </a:xfrm>
        </p:grpSpPr>
        <p:pic>
          <p:nvPicPr>
            <p:cNvPr id="19" name="object 19" descr="Logotipo  Descripción generada automáticamente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75703" y="82308"/>
              <a:ext cx="612648" cy="67715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144" y="164719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0"/>
                  </a:moveTo>
                  <a:lnTo>
                    <a:pt x="0" y="219582"/>
                  </a:lnTo>
                  <a:lnTo>
                    <a:pt x="219455" y="109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2338957" y="4789168"/>
          <a:ext cx="5454650" cy="1013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2745"/>
                <a:gridCol w="795020"/>
                <a:gridCol w="838835"/>
                <a:gridCol w="3357879"/>
              </a:tblGrid>
              <a:tr h="33528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55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2.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C853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R="317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550" spc="-1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SITUACIÓN</a:t>
                      </a:r>
                      <a:r>
                        <a:rPr dirty="0" sz="1550" spc="-10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14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dirty="0" sz="1550" spc="-1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114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INCIDENTES</a:t>
                      </a:r>
                      <a:r>
                        <a:rPr dirty="0" sz="1550" spc="-8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13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EN</a:t>
                      </a:r>
                      <a:r>
                        <a:rPr dirty="0" sz="1550" spc="-18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MOOTW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A04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26720">
                <a:tc gridSpan="2"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050" spc="-7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TIPO</a:t>
                      </a:r>
                      <a:r>
                        <a:rPr dirty="0" sz="1050" spc="-4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1050" spc="-2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DE</a:t>
                      </a:r>
                      <a:endParaRPr sz="1050">
                        <a:latin typeface="Franklin Gothic Medium"/>
                        <a:cs typeface="Franklin Gothic Medium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05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INCIDENTES</a:t>
                      </a:r>
                      <a:endParaRPr sz="10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A04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dirty="0" sz="105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UNIDAD</a:t>
                      </a:r>
                      <a:endParaRPr sz="10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142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A04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dirty="0" sz="105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DESCRIPCIÓN</a:t>
                      </a:r>
                      <a:endParaRPr sz="10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142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A042"/>
                    </a:solidFill>
                  </a:tcPr>
                </a:tc>
              </a:tr>
              <a:tr h="251460">
                <a:tc gridSpan="2"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.-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.-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.-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773034" cy="861060"/>
            <a:chOff x="0" y="0"/>
            <a:chExt cx="7773034" cy="8610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320290" cy="565150"/>
            </a:xfrm>
            <a:custGeom>
              <a:avLst/>
              <a:gdLst/>
              <a:ahLst/>
              <a:cxnLst/>
              <a:rect l="l" t="t" r="r" b="b"/>
              <a:pathLst>
                <a:path w="2320290" h="565150">
                  <a:moveTo>
                    <a:pt x="0" y="565023"/>
                  </a:moveTo>
                  <a:lnTo>
                    <a:pt x="2319776" y="565023"/>
                  </a:lnTo>
                  <a:lnTo>
                    <a:pt x="2319776" y="0"/>
                  </a:lnTo>
                  <a:lnTo>
                    <a:pt x="0" y="0"/>
                  </a:lnTo>
                  <a:lnTo>
                    <a:pt x="0" y="5650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357882" y="0"/>
              <a:ext cx="5414645" cy="861060"/>
            </a:xfrm>
            <a:custGeom>
              <a:avLst/>
              <a:gdLst/>
              <a:ahLst/>
              <a:cxnLst/>
              <a:rect l="l" t="t" r="r" b="b"/>
              <a:pathLst>
                <a:path w="5414645" h="861060">
                  <a:moveTo>
                    <a:pt x="5414530" y="0"/>
                  </a:moveTo>
                  <a:lnTo>
                    <a:pt x="4243438" y="0"/>
                  </a:lnTo>
                  <a:lnTo>
                    <a:pt x="0" y="0"/>
                  </a:lnTo>
                  <a:lnTo>
                    <a:pt x="0" y="860933"/>
                  </a:lnTo>
                  <a:lnTo>
                    <a:pt x="4243438" y="860933"/>
                  </a:lnTo>
                  <a:lnTo>
                    <a:pt x="5414518" y="860933"/>
                  </a:lnTo>
                  <a:lnTo>
                    <a:pt x="541453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564997"/>
              <a:ext cx="2320290" cy="296545"/>
            </a:xfrm>
            <a:custGeom>
              <a:avLst/>
              <a:gdLst/>
              <a:ahLst/>
              <a:cxnLst/>
              <a:rect l="l" t="t" r="r" b="b"/>
              <a:pathLst>
                <a:path w="2320290" h="296544">
                  <a:moveTo>
                    <a:pt x="0" y="295935"/>
                  </a:moveTo>
                  <a:lnTo>
                    <a:pt x="2319776" y="295935"/>
                  </a:lnTo>
                  <a:lnTo>
                    <a:pt x="2319776" y="0"/>
                  </a:lnTo>
                  <a:lnTo>
                    <a:pt x="0" y="0"/>
                  </a:lnTo>
                  <a:lnTo>
                    <a:pt x="0" y="295935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38239" y="48768"/>
            <a:ext cx="1708150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-175" b="1">
                <a:solidFill>
                  <a:srgbClr val="FFFFFF"/>
                </a:solidFill>
                <a:latin typeface="Trebuchet MS"/>
                <a:cs typeface="Trebuchet MS"/>
              </a:rPr>
              <a:t>OPERACIONES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737485" y="166751"/>
            <a:ext cx="3474720" cy="454659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250">
                <a:solidFill>
                  <a:srgbClr val="000000"/>
                </a:solidFill>
              </a:rPr>
              <a:t>OPERACIONES</a:t>
            </a:r>
            <a:r>
              <a:rPr dirty="0" sz="2800" spc="-295">
                <a:solidFill>
                  <a:srgbClr val="000000"/>
                </a:solidFill>
              </a:rPr>
              <a:t> </a:t>
            </a:r>
            <a:r>
              <a:rPr dirty="0" sz="2800" spc="-265">
                <a:solidFill>
                  <a:srgbClr val="000000"/>
                </a:solidFill>
              </a:rPr>
              <a:t>EN</a:t>
            </a:r>
            <a:r>
              <a:rPr dirty="0" sz="2800" spc="-285">
                <a:solidFill>
                  <a:srgbClr val="000000"/>
                </a:solidFill>
              </a:rPr>
              <a:t> </a:t>
            </a:r>
            <a:r>
              <a:rPr dirty="0" sz="2800" spc="-180">
                <a:solidFill>
                  <a:srgbClr val="000000"/>
                </a:solidFill>
              </a:rPr>
              <a:t>CURSO</a:t>
            </a:r>
            <a:endParaRPr sz="2800"/>
          </a:p>
        </p:txBody>
      </p:sp>
      <p:sp>
        <p:nvSpPr>
          <p:cNvPr id="8" name="object 8"/>
          <p:cNvSpPr txBox="1"/>
          <p:nvPr/>
        </p:nvSpPr>
        <p:spPr>
          <a:xfrm>
            <a:off x="644728" y="570293"/>
            <a:ext cx="104902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05MAY2026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144" y="82308"/>
            <a:ext cx="7379334" cy="677545"/>
            <a:chOff x="9144" y="82308"/>
            <a:chExt cx="7379334" cy="677545"/>
          </a:xfrm>
        </p:grpSpPr>
        <p:pic>
          <p:nvPicPr>
            <p:cNvPr id="10" name="object 10" descr="Logotipo  Descripción generada automáticament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75703" y="82308"/>
              <a:ext cx="612648" cy="67715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144" y="164719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0"/>
                  </a:moveTo>
                  <a:lnTo>
                    <a:pt x="0" y="219582"/>
                  </a:lnTo>
                  <a:lnTo>
                    <a:pt x="219455" y="109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03560" y="6541971"/>
          <a:ext cx="2987675" cy="1140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7090"/>
                <a:gridCol w="1063624"/>
                <a:gridCol w="987425"/>
              </a:tblGrid>
              <a:tr h="40005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5.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65404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800" spc="-14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OPS</a:t>
                      </a:r>
                      <a:r>
                        <a:rPr dirty="0" sz="1800" spc="-2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ANTÁRTICA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5588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720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200" spc="-2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BAE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1428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309880" marR="224154" indent="-7112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spc="-1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DOTACIÓN</a:t>
                      </a:r>
                      <a:r>
                        <a:rPr dirty="0" sz="1200" spc="-3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ESTIVAL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CPCCGU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03557" y="2319653"/>
          <a:ext cx="3865245" cy="1417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7670"/>
                <a:gridCol w="873125"/>
                <a:gridCol w="989965"/>
                <a:gridCol w="1506219"/>
              </a:tblGrid>
              <a:tr h="36576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2.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4064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7973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18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RELEVOS</a:t>
                      </a:r>
                      <a:r>
                        <a:rPr dirty="0" sz="1800" spc="-2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8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MACROZONA</a:t>
                      </a:r>
                      <a:r>
                        <a:rPr dirty="0" sz="1800" spc="-1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NORTE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175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432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-2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N.°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4445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2501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FECHA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-2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JAF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45783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UNIDADES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</a:tr>
              <a:tr h="259079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 spc="-25">
                          <a:latin typeface="Franklin Gothic Medium"/>
                          <a:cs typeface="Franklin Gothic Medium"/>
                        </a:rPr>
                        <a:t>xx</a:t>
                      </a:r>
                      <a:endParaRPr sz="10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3810">
                        <a:lnSpc>
                          <a:spcPct val="100000"/>
                        </a:lnSpc>
                      </a:pPr>
                      <a:r>
                        <a:rPr dirty="0" sz="1050" spc="-25">
                          <a:latin typeface="Franklin Gothic Medium"/>
                          <a:cs typeface="Franklin Gothic Medium"/>
                        </a:rPr>
                        <a:t>xxx</a:t>
                      </a:r>
                      <a:endParaRPr sz="105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90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90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974336" y="2319653"/>
          <a:ext cx="3771265" cy="1743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510"/>
                <a:gridCol w="858519"/>
                <a:gridCol w="949960"/>
                <a:gridCol w="1475739"/>
              </a:tblGrid>
              <a:tr h="365760"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3.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4064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18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RELEVOS</a:t>
                      </a:r>
                      <a:r>
                        <a:rPr dirty="0" sz="1800" spc="-19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8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MACROZONA</a:t>
                      </a:r>
                      <a:r>
                        <a:rPr dirty="0" sz="1800" spc="-10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SUR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175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4320"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-2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N.°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4445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FECHA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-2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FT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UNIDADES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</a:tr>
              <a:tr h="259079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263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84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90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81017" y="1078482"/>
          <a:ext cx="7657465" cy="94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0545"/>
                <a:gridCol w="395605"/>
                <a:gridCol w="1137285"/>
                <a:gridCol w="1397000"/>
                <a:gridCol w="2574290"/>
                <a:gridCol w="1513840"/>
              </a:tblGrid>
              <a:tr h="36576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735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526A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800" spc="-16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OPERACIONES</a:t>
                      </a:r>
                      <a:r>
                        <a:rPr dirty="0" sz="1800" spc="-19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4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MILITARES</a:t>
                      </a:r>
                      <a:r>
                        <a:rPr dirty="0" sz="1800" spc="-10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9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EN</a:t>
                      </a:r>
                      <a:r>
                        <a:rPr dirty="0" sz="1800" spc="-204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4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CURSO</a:t>
                      </a:r>
                      <a:r>
                        <a:rPr dirty="0" sz="1800" spc="-13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9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(CATASTRÓFES)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526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4320">
                <a:tc gridSpan="2"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Cantidad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4254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526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2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TIPO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526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8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Unidad</a:t>
                      </a:r>
                      <a:r>
                        <a:rPr dirty="0" sz="1200" spc="-6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1200" spc="-9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de</a:t>
                      </a:r>
                      <a:r>
                        <a:rPr dirty="0" sz="1200" spc="-1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origen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526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12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Zona</a:t>
                      </a:r>
                      <a:r>
                        <a:rPr dirty="0" sz="1200" spc="-5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1200" spc="-9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de</a:t>
                      </a:r>
                      <a:r>
                        <a:rPr dirty="0" sz="1200" spc="-3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empleo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526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spc="-6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Inicio</a:t>
                      </a:r>
                      <a:r>
                        <a:rPr dirty="0" sz="1200" spc="-12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1200" spc="-9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de</a:t>
                      </a:r>
                      <a:r>
                        <a:rPr dirty="0" sz="1200" spc="-1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empleo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526A"/>
                    </a:solidFill>
                  </a:tcPr>
                </a:tc>
              </a:tr>
              <a:tr h="3048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350" spc="-120" b="1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350" spc="-25" b="1">
                          <a:latin typeface="Trebuchet MS"/>
                          <a:cs typeface="Trebuchet MS"/>
                        </a:rPr>
                        <a:t>.-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5080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200">
                          <a:latin typeface="Franklin Gothic Medium"/>
                          <a:cs typeface="Franklin Gothic Medium"/>
                        </a:rPr>
                        <a:t>-</a:t>
                      </a:r>
                      <a:r>
                        <a:rPr dirty="0" sz="1200" spc="-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1200">
                          <a:latin typeface="Franklin Gothic Medium"/>
                          <a:cs typeface="Franklin Gothic Medium"/>
                        </a:rPr>
                        <a:t>.</a:t>
                      </a:r>
                      <a:r>
                        <a:rPr dirty="0" sz="1200" spc="-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1200" spc="-50">
                          <a:latin typeface="Franklin Gothic Medium"/>
                          <a:cs typeface="Franklin Gothic Medium"/>
                        </a:rPr>
                        <a:t>-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200">
                          <a:latin typeface="Franklin Gothic Medium"/>
                          <a:cs typeface="Franklin Gothic Medium"/>
                        </a:rPr>
                        <a:t>-</a:t>
                      </a:r>
                      <a:r>
                        <a:rPr dirty="0" sz="1200" spc="-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1200">
                          <a:latin typeface="Franklin Gothic Medium"/>
                          <a:cs typeface="Franklin Gothic Medium"/>
                        </a:rPr>
                        <a:t>.</a:t>
                      </a:r>
                      <a:r>
                        <a:rPr dirty="0" sz="1200" spc="-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1200" spc="-50">
                          <a:latin typeface="Franklin Gothic Medium"/>
                          <a:cs typeface="Franklin Gothic Medium"/>
                        </a:rPr>
                        <a:t>-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200">
                          <a:latin typeface="Franklin Gothic Medium"/>
                          <a:cs typeface="Franklin Gothic Medium"/>
                        </a:rPr>
                        <a:t>-</a:t>
                      </a:r>
                      <a:r>
                        <a:rPr dirty="0" sz="1200" spc="-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1200">
                          <a:latin typeface="Franklin Gothic Medium"/>
                          <a:cs typeface="Franklin Gothic Medium"/>
                        </a:rPr>
                        <a:t>.</a:t>
                      </a:r>
                      <a:r>
                        <a:rPr dirty="0" sz="1200" spc="-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1200" spc="-50">
                          <a:latin typeface="Franklin Gothic Medium"/>
                          <a:cs typeface="Franklin Gothic Medium"/>
                        </a:rPr>
                        <a:t>-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200">
                          <a:latin typeface="Franklin Gothic Medium"/>
                          <a:cs typeface="Franklin Gothic Medium"/>
                        </a:rPr>
                        <a:t>-</a:t>
                      </a:r>
                      <a:r>
                        <a:rPr dirty="0" sz="1200" spc="-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1200">
                          <a:latin typeface="Franklin Gothic Medium"/>
                          <a:cs typeface="Franklin Gothic Medium"/>
                        </a:rPr>
                        <a:t>.</a:t>
                      </a:r>
                      <a:r>
                        <a:rPr dirty="0" sz="1200" spc="-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1200" spc="-50">
                          <a:latin typeface="Franklin Gothic Medium"/>
                          <a:cs typeface="Franklin Gothic Medium"/>
                        </a:rPr>
                        <a:t>-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103878" y="6541895"/>
          <a:ext cx="4634230" cy="1935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3125"/>
                <a:gridCol w="1719580"/>
                <a:gridCol w="894715"/>
                <a:gridCol w="1057275"/>
              </a:tblGrid>
              <a:tr h="365760"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6.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47625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4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OPS</a:t>
                      </a:r>
                      <a:r>
                        <a:rPr dirty="0" sz="1800" spc="-229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EXTRANJERO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735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spc="-3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OPERACIÓN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5143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spc="-10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EFECTIVOS</a:t>
                      </a:r>
                      <a:r>
                        <a:rPr dirty="0" sz="1200" spc="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1200" spc="-2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DESPLEGADO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UBICACIÓN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REPLIEGUE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86200" y="951738"/>
            <a:ext cx="3749040" cy="1912620"/>
            <a:chOff x="3886200" y="951738"/>
            <a:chExt cx="3749040" cy="1912620"/>
          </a:xfrm>
        </p:grpSpPr>
        <p:sp>
          <p:nvSpPr>
            <p:cNvPr id="3" name="object 3"/>
            <p:cNvSpPr/>
            <p:nvPr/>
          </p:nvSpPr>
          <p:spPr>
            <a:xfrm>
              <a:off x="3886200" y="951738"/>
              <a:ext cx="3749040" cy="1912620"/>
            </a:xfrm>
            <a:custGeom>
              <a:avLst/>
              <a:gdLst/>
              <a:ahLst/>
              <a:cxnLst/>
              <a:rect l="l" t="t" r="r" b="b"/>
              <a:pathLst>
                <a:path w="3749040" h="1912620">
                  <a:moveTo>
                    <a:pt x="3749040" y="0"/>
                  </a:moveTo>
                  <a:lnTo>
                    <a:pt x="0" y="0"/>
                  </a:lnTo>
                  <a:lnTo>
                    <a:pt x="0" y="1912493"/>
                  </a:lnTo>
                  <a:lnTo>
                    <a:pt x="3749040" y="1912493"/>
                  </a:lnTo>
                  <a:lnTo>
                    <a:pt x="3749040" y="0"/>
                  </a:lnTo>
                  <a:close/>
                </a:path>
              </a:pathLst>
            </a:custGeom>
            <a:solidFill>
              <a:srgbClr val="44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027931" y="1496187"/>
              <a:ext cx="3465829" cy="219710"/>
            </a:xfrm>
            <a:custGeom>
              <a:avLst/>
              <a:gdLst/>
              <a:ahLst/>
              <a:cxnLst/>
              <a:rect l="l" t="t" r="r" b="b"/>
              <a:pathLst>
                <a:path w="3465829" h="219710">
                  <a:moveTo>
                    <a:pt x="0" y="219583"/>
                  </a:moveTo>
                  <a:lnTo>
                    <a:pt x="3465575" y="219583"/>
                  </a:lnTo>
                </a:path>
                <a:path w="3465829" h="219710">
                  <a:moveTo>
                    <a:pt x="0" y="0"/>
                  </a:moveTo>
                  <a:lnTo>
                    <a:pt x="3465575" y="0"/>
                  </a:lnTo>
                </a:path>
              </a:pathLst>
            </a:custGeom>
            <a:ln w="9528">
              <a:solidFill>
                <a:srgbClr val="6883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151376" y="1720303"/>
              <a:ext cx="3228340" cy="219710"/>
            </a:xfrm>
            <a:custGeom>
              <a:avLst/>
              <a:gdLst/>
              <a:ahLst/>
              <a:cxnLst/>
              <a:rect l="l" t="t" r="r" b="b"/>
              <a:pathLst>
                <a:path w="3228340" h="219710">
                  <a:moveTo>
                    <a:pt x="100584" y="0"/>
                  </a:moveTo>
                  <a:lnTo>
                    <a:pt x="0" y="0"/>
                  </a:lnTo>
                  <a:lnTo>
                    <a:pt x="0" y="219621"/>
                  </a:lnTo>
                  <a:lnTo>
                    <a:pt x="100584" y="219621"/>
                  </a:lnTo>
                  <a:lnTo>
                    <a:pt x="100584" y="0"/>
                  </a:lnTo>
                  <a:close/>
                </a:path>
                <a:path w="3228340" h="219710">
                  <a:moveTo>
                    <a:pt x="448043" y="0"/>
                  </a:moveTo>
                  <a:lnTo>
                    <a:pt x="338328" y="0"/>
                  </a:lnTo>
                  <a:lnTo>
                    <a:pt x="338328" y="219621"/>
                  </a:lnTo>
                  <a:lnTo>
                    <a:pt x="448043" y="219621"/>
                  </a:lnTo>
                  <a:lnTo>
                    <a:pt x="448043" y="0"/>
                  </a:lnTo>
                  <a:close/>
                </a:path>
                <a:path w="3228340" h="219710">
                  <a:moveTo>
                    <a:pt x="795528" y="45758"/>
                  </a:moveTo>
                  <a:lnTo>
                    <a:pt x="685800" y="45758"/>
                  </a:lnTo>
                  <a:lnTo>
                    <a:pt x="685800" y="219621"/>
                  </a:lnTo>
                  <a:lnTo>
                    <a:pt x="795528" y="219621"/>
                  </a:lnTo>
                  <a:lnTo>
                    <a:pt x="795528" y="45758"/>
                  </a:lnTo>
                  <a:close/>
                </a:path>
                <a:path w="3228340" h="219710">
                  <a:moveTo>
                    <a:pt x="1143000" y="45758"/>
                  </a:moveTo>
                  <a:lnTo>
                    <a:pt x="1033272" y="45758"/>
                  </a:lnTo>
                  <a:lnTo>
                    <a:pt x="1033272" y="219621"/>
                  </a:lnTo>
                  <a:lnTo>
                    <a:pt x="1143000" y="219621"/>
                  </a:lnTo>
                  <a:lnTo>
                    <a:pt x="1143000" y="45758"/>
                  </a:lnTo>
                  <a:close/>
                </a:path>
                <a:path w="3228340" h="219710">
                  <a:moveTo>
                    <a:pt x="1490472" y="82359"/>
                  </a:moveTo>
                  <a:lnTo>
                    <a:pt x="1380744" y="82359"/>
                  </a:lnTo>
                  <a:lnTo>
                    <a:pt x="1380744" y="219621"/>
                  </a:lnTo>
                  <a:lnTo>
                    <a:pt x="1490472" y="219621"/>
                  </a:lnTo>
                  <a:lnTo>
                    <a:pt x="1490472" y="82359"/>
                  </a:lnTo>
                  <a:close/>
                </a:path>
                <a:path w="3228340" h="219710">
                  <a:moveTo>
                    <a:pt x="1837931" y="82359"/>
                  </a:moveTo>
                  <a:lnTo>
                    <a:pt x="1728216" y="82359"/>
                  </a:lnTo>
                  <a:lnTo>
                    <a:pt x="1728216" y="219621"/>
                  </a:lnTo>
                  <a:lnTo>
                    <a:pt x="1837931" y="219621"/>
                  </a:lnTo>
                  <a:lnTo>
                    <a:pt x="1837931" y="82359"/>
                  </a:lnTo>
                  <a:close/>
                </a:path>
                <a:path w="3228340" h="219710">
                  <a:moveTo>
                    <a:pt x="2185416" y="128117"/>
                  </a:moveTo>
                  <a:lnTo>
                    <a:pt x="2075688" y="128117"/>
                  </a:lnTo>
                  <a:lnTo>
                    <a:pt x="2075688" y="219621"/>
                  </a:lnTo>
                  <a:lnTo>
                    <a:pt x="2185416" y="219621"/>
                  </a:lnTo>
                  <a:lnTo>
                    <a:pt x="2185416" y="128117"/>
                  </a:lnTo>
                  <a:close/>
                </a:path>
                <a:path w="3228340" h="219710">
                  <a:moveTo>
                    <a:pt x="2532875" y="128117"/>
                  </a:moveTo>
                  <a:lnTo>
                    <a:pt x="2423147" y="128117"/>
                  </a:lnTo>
                  <a:lnTo>
                    <a:pt x="2423147" y="219621"/>
                  </a:lnTo>
                  <a:lnTo>
                    <a:pt x="2532875" y="219621"/>
                  </a:lnTo>
                  <a:lnTo>
                    <a:pt x="2532875" y="128117"/>
                  </a:lnTo>
                  <a:close/>
                </a:path>
                <a:path w="3228340" h="219710">
                  <a:moveTo>
                    <a:pt x="2880360" y="173875"/>
                  </a:moveTo>
                  <a:lnTo>
                    <a:pt x="2770632" y="173875"/>
                  </a:lnTo>
                  <a:lnTo>
                    <a:pt x="2770632" y="219621"/>
                  </a:lnTo>
                  <a:lnTo>
                    <a:pt x="2880360" y="219621"/>
                  </a:lnTo>
                  <a:lnTo>
                    <a:pt x="2880360" y="173875"/>
                  </a:lnTo>
                  <a:close/>
                </a:path>
                <a:path w="3228340" h="219710">
                  <a:moveTo>
                    <a:pt x="3227832" y="173875"/>
                  </a:moveTo>
                  <a:lnTo>
                    <a:pt x="3118104" y="173875"/>
                  </a:lnTo>
                  <a:lnTo>
                    <a:pt x="3118104" y="219621"/>
                  </a:lnTo>
                  <a:lnTo>
                    <a:pt x="3227832" y="219621"/>
                  </a:lnTo>
                  <a:lnTo>
                    <a:pt x="3227832" y="173875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027931" y="1935353"/>
              <a:ext cx="3465829" cy="0"/>
            </a:xfrm>
            <a:custGeom>
              <a:avLst/>
              <a:gdLst/>
              <a:ahLst/>
              <a:cxnLst/>
              <a:rect l="l" t="t" r="r" b="b"/>
              <a:pathLst>
                <a:path w="3465829" h="0">
                  <a:moveTo>
                    <a:pt x="0" y="0"/>
                  </a:moveTo>
                  <a:lnTo>
                    <a:pt x="3465575" y="0"/>
                  </a:lnTo>
                </a:path>
              </a:pathLst>
            </a:custGeom>
            <a:ln w="9528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165600" y="1455737"/>
            <a:ext cx="44323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346710" algn="l"/>
              </a:tabLst>
            </a:pP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59909" y="1500187"/>
            <a:ext cx="44323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346710" algn="l"/>
              </a:tabLst>
            </a:pP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54217" y="1544637"/>
            <a:ext cx="44323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346710" algn="l"/>
              </a:tabLst>
            </a:pP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48780" y="1589405"/>
            <a:ext cx="443230" cy="212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346710" algn="l"/>
              </a:tabLst>
            </a:pP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43090" y="1633156"/>
            <a:ext cx="44323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346710" algn="l"/>
              </a:tabLst>
            </a:pP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993134" y="2047240"/>
            <a:ext cx="3446779" cy="652780"/>
            <a:chOff x="3993134" y="2047240"/>
            <a:chExt cx="3446779" cy="65278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3134" y="2072386"/>
              <a:ext cx="241173" cy="24142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7225" y="2047240"/>
              <a:ext cx="198642" cy="1391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86122" y="2049272"/>
              <a:ext cx="224423" cy="1651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970526" y="2068575"/>
              <a:ext cx="1343660" cy="323850"/>
            </a:xfrm>
            <a:custGeom>
              <a:avLst/>
              <a:gdLst/>
              <a:ahLst/>
              <a:cxnLst/>
              <a:rect l="l" t="t" r="r" b="b"/>
              <a:pathLst>
                <a:path w="1343660" h="323850">
                  <a:moveTo>
                    <a:pt x="81915" y="298577"/>
                  </a:moveTo>
                  <a:lnTo>
                    <a:pt x="9779" y="226314"/>
                  </a:lnTo>
                  <a:lnTo>
                    <a:pt x="0" y="235966"/>
                  </a:lnTo>
                  <a:lnTo>
                    <a:pt x="72263" y="308356"/>
                  </a:lnTo>
                  <a:lnTo>
                    <a:pt x="81915" y="298577"/>
                  </a:lnTo>
                  <a:close/>
                </a:path>
                <a:path w="1343660" h="323850">
                  <a:moveTo>
                    <a:pt x="126365" y="254127"/>
                  </a:moveTo>
                  <a:lnTo>
                    <a:pt x="124167" y="249428"/>
                  </a:lnTo>
                  <a:lnTo>
                    <a:pt x="80391" y="155575"/>
                  </a:lnTo>
                  <a:lnTo>
                    <a:pt x="70231" y="165735"/>
                  </a:lnTo>
                  <a:lnTo>
                    <a:pt x="110617" y="249428"/>
                  </a:lnTo>
                  <a:lnTo>
                    <a:pt x="27178" y="208915"/>
                  </a:lnTo>
                  <a:lnTo>
                    <a:pt x="16891" y="219202"/>
                  </a:lnTo>
                  <a:lnTo>
                    <a:pt x="115062" y="265430"/>
                  </a:lnTo>
                  <a:lnTo>
                    <a:pt x="126365" y="254127"/>
                  </a:lnTo>
                  <a:close/>
                </a:path>
                <a:path w="1343660" h="323850">
                  <a:moveTo>
                    <a:pt x="224028" y="133985"/>
                  </a:moveTo>
                  <a:lnTo>
                    <a:pt x="221437" y="125984"/>
                  </a:lnTo>
                  <a:lnTo>
                    <a:pt x="221361" y="125730"/>
                  </a:lnTo>
                  <a:lnTo>
                    <a:pt x="218973" y="119672"/>
                  </a:lnTo>
                  <a:lnTo>
                    <a:pt x="215633" y="113665"/>
                  </a:lnTo>
                  <a:lnTo>
                    <a:pt x="211353" y="107772"/>
                  </a:lnTo>
                  <a:lnTo>
                    <a:pt x="210947" y="107327"/>
                  </a:lnTo>
                  <a:lnTo>
                    <a:pt x="210947" y="136906"/>
                  </a:lnTo>
                  <a:lnTo>
                    <a:pt x="210947" y="143002"/>
                  </a:lnTo>
                  <a:lnTo>
                    <a:pt x="208915" y="149225"/>
                  </a:lnTo>
                  <a:lnTo>
                    <a:pt x="206756" y="155321"/>
                  </a:lnTo>
                  <a:lnTo>
                    <a:pt x="202565" y="161544"/>
                  </a:lnTo>
                  <a:lnTo>
                    <a:pt x="196215" y="167894"/>
                  </a:lnTo>
                  <a:lnTo>
                    <a:pt x="183769" y="180467"/>
                  </a:lnTo>
                  <a:lnTo>
                    <a:pt x="127876" y="124460"/>
                  </a:lnTo>
                  <a:lnTo>
                    <a:pt x="127635" y="124460"/>
                  </a:lnTo>
                  <a:lnTo>
                    <a:pt x="146431" y="105664"/>
                  </a:lnTo>
                  <a:lnTo>
                    <a:pt x="152463" y="101600"/>
                  </a:lnTo>
                  <a:lnTo>
                    <a:pt x="152285" y="101600"/>
                  </a:lnTo>
                  <a:lnTo>
                    <a:pt x="158877" y="99314"/>
                  </a:lnTo>
                  <a:lnTo>
                    <a:pt x="164973" y="97282"/>
                  </a:lnTo>
                  <a:lnTo>
                    <a:pt x="171196" y="97282"/>
                  </a:lnTo>
                  <a:lnTo>
                    <a:pt x="184264" y="101600"/>
                  </a:lnTo>
                  <a:lnTo>
                    <a:pt x="183883" y="101600"/>
                  </a:lnTo>
                  <a:lnTo>
                    <a:pt x="189738" y="105537"/>
                  </a:lnTo>
                  <a:lnTo>
                    <a:pt x="202438" y="118237"/>
                  </a:lnTo>
                  <a:lnTo>
                    <a:pt x="206629" y="124460"/>
                  </a:lnTo>
                  <a:lnTo>
                    <a:pt x="210947" y="136906"/>
                  </a:lnTo>
                  <a:lnTo>
                    <a:pt x="210947" y="107327"/>
                  </a:lnTo>
                  <a:lnTo>
                    <a:pt x="206121" y="101981"/>
                  </a:lnTo>
                  <a:lnTo>
                    <a:pt x="200939" y="97282"/>
                  </a:lnTo>
                  <a:lnTo>
                    <a:pt x="200355" y="96748"/>
                  </a:lnTo>
                  <a:lnTo>
                    <a:pt x="194475" y="92456"/>
                  </a:lnTo>
                  <a:lnTo>
                    <a:pt x="188493" y="89128"/>
                  </a:lnTo>
                  <a:lnTo>
                    <a:pt x="182372" y="86741"/>
                  </a:lnTo>
                  <a:lnTo>
                    <a:pt x="174244" y="84074"/>
                  </a:lnTo>
                  <a:lnTo>
                    <a:pt x="165989" y="84074"/>
                  </a:lnTo>
                  <a:lnTo>
                    <a:pt x="109982" y="125984"/>
                  </a:lnTo>
                  <a:lnTo>
                    <a:pt x="182118" y="198247"/>
                  </a:lnTo>
                  <a:lnTo>
                    <a:pt x="199885" y="180467"/>
                  </a:lnTo>
                  <a:lnTo>
                    <a:pt x="206502" y="173863"/>
                  </a:lnTo>
                  <a:lnTo>
                    <a:pt x="224028" y="142113"/>
                  </a:lnTo>
                  <a:lnTo>
                    <a:pt x="224028" y="133985"/>
                  </a:lnTo>
                  <a:close/>
                </a:path>
                <a:path w="1343660" h="323850">
                  <a:moveTo>
                    <a:pt x="305816" y="74295"/>
                  </a:moveTo>
                  <a:lnTo>
                    <a:pt x="297815" y="66294"/>
                  </a:lnTo>
                  <a:lnTo>
                    <a:pt x="261366" y="102743"/>
                  </a:lnTo>
                  <a:lnTo>
                    <a:pt x="236220" y="77597"/>
                  </a:lnTo>
                  <a:lnTo>
                    <a:pt x="244221" y="69596"/>
                  </a:lnTo>
                  <a:lnTo>
                    <a:pt x="269748" y="44069"/>
                  </a:lnTo>
                  <a:lnTo>
                    <a:pt x="261874" y="36068"/>
                  </a:lnTo>
                  <a:lnTo>
                    <a:pt x="228219" y="69596"/>
                  </a:lnTo>
                  <a:lnTo>
                    <a:pt x="205232" y="46609"/>
                  </a:lnTo>
                  <a:lnTo>
                    <a:pt x="241681" y="10160"/>
                  </a:lnTo>
                  <a:lnTo>
                    <a:pt x="233680" y="2032"/>
                  </a:lnTo>
                  <a:lnTo>
                    <a:pt x="187579" y="48260"/>
                  </a:lnTo>
                  <a:lnTo>
                    <a:pt x="259715" y="120523"/>
                  </a:lnTo>
                  <a:lnTo>
                    <a:pt x="277444" y="102743"/>
                  </a:lnTo>
                  <a:lnTo>
                    <a:pt x="305816" y="74295"/>
                  </a:lnTo>
                  <a:close/>
                </a:path>
                <a:path w="1343660" h="323850">
                  <a:moveTo>
                    <a:pt x="475234" y="252095"/>
                  </a:moveTo>
                  <a:lnTo>
                    <a:pt x="473036" y="247396"/>
                  </a:lnTo>
                  <a:lnTo>
                    <a:pt x="429260" y="153416"/>
                  </a:lnTo>
                  <a:lnTo>
                    <a:pt x="419100" y="163703"/>
                  </a:lnTo>
                  <a:lnTo>
                    <a:pt x="459486" y="247396"/>
                  </a:lnTo>
                  <a:lnTo>
                    <a:pt x="376047" y="206756"/>
                  </a:lnTo>
                  <a:lnTo>
                    <a:pt x="365760" y="217043"/>
                  </a:lnTo>
                  <a:lnTo>
                    <a:pt x="463931" y="263271"/>
                  </a:lnTo>
                  <a:lnTo>
                    <a:pt x="475234" y="252095"/>
                  </a:lnTo>
                  <a:close/>
                </a:path>
                <a:path w="1343660" h="323850">
                  <a:moveTo>
                    <a:pt x="572897" y="131826"/>
                  </a:moveTo>
                  <a:lnTo>
                    <a:pt x="559816" y="105270"/>
                  </a:lnTo>
                  <a:lnTo>
                    <a:pt x="559816" y="134747"/>
                  </a:lnTo>
                  <a:lnTo>
                    <a:pt x="559816" y="140970"/>
                  </a:lnTo>
                  <a:lnTo>
                    <a:pt x="557377" y="148209"/>
                  </a:lnTo>
                  <a:lnTo>
                    <a:pt x="555536" y="153416"/>
                  </a:lnTo>
                  <a:lnTo>
                    <a:pt x="551434" y="159512"/>
                  </a:lnTo>
                  <a:lnTo>
                    <a:pt x="532638" y="178308"/>
                  </a:lnTo>
                  <a:lnTo>
                    <a:pt x="476758" y="122428"/>
                  </a:lnTo>
                  <a:lnTo>
                    <a:pt x="476504" y="122428"/>
                  </a:lnTo>
                  <a:lnTo>
                    <a:pt x="489077" y="109728"/>
                  </a:lnTo>
                  <a:lnTo>
                    <a:pt x="495300" y="103505"/>
                  </a:lnTo>
                  <a:lnTo>
                    <a:pt x="501332" y="99441"/>
                  </a:lnTo>
                  <a:lnTo>
                    <a:pt x="501129" y="99441"/>
                  </a:lnTo>
                  <a:lnTo>
                    <a:pt x="507746" y="97282"/>
                  </a:lnTo>
                  <a:lnTo>
                    <a:pt x="513842" y="95123"/>
                  </a:lnTo>
                  <a:lnTo>
                    <a:pt x="520065" y="95123"/>
                  </a:lnTo>
                  <a:lnTo>
                    <a:pt x="526643" y="97282"/>
                  </a:lnTo>
                  <a:lnTo>
                    <a:pt x="532739" y="99441"/>
                  </a:lnTo>
                  <a:lnTo>
                    <a:pt x="532574" y="99441"/>
                  </a:lnTo>
                  <a:lnTo>
                    <a:pt x="538734" y="103505"/>
                  </a:lnTo>
                  <a:lnTo>
                    <a:pt x="551307" y="116078"/>
                  </a:lnTo>
                  <a:lnTo>
                    <a:pt x="555498" y="122428"/>
                  </a:lnTo>
                  <a:lnTo>
                    <a:pt x="557657" y="128524"/>
                  </a:lnTo>
                  <a:lnTo>
                    <a:pt x="559816" y="134747"/>
                  </a:lnTo>
                  <a:lnTo>
                    <a:pt x="559816" y="105270"/>
                  </a:lnTo>
                  <a:lnTo>
                    <a:pt x="523113" y="81915"/>
                  </a:lnTo>
                  <a:lnTo>
                    <a:pt x="514985" y="81915"/>
                  </a:lnTo>
                  <a:lnTo>
                    <a:pt x="458851" y="123825"/>
                  </a:lnTo>
                  <a:lnTo>
                    <a:pt x="530987" y="196088"/>
                  </a:lnTo>
                  <a:lnTo>
                    <a:pt x="548855" y="178308"/>
                  </a:lnTo>
                  <a:lnTo>
                    <a:pt x="555371" y="171831"/>
                  </a:lnTo>
                  <a:lnTo>
                    <a:pt x="572897" y="140081"/>
                  </a:lnTo>
                  <a:lnTo>
                    <a:pt x="572897" y="131826"/>
                  </a:lnTo>
                  <a:close/>
                </a:path>
                <a:path w="1343660" h="323850">
                  <a:moveTo>
                    <a:pt x="654685" y="72263"/>
                  </a:moveTo>
                  <a:lnTo>
                    <a:pt x="646684" y="64135"/>
                  </a:lnTo>
                  <a:lnTo>
                    <a:pt x="610235" y="100711"/>
                  </a:lnTo>
                  <a:lnTo>
                    <a:pt x="585089" y="75565"/>
                  </a:lnTo>
                  <a:lnTo>
                    <a:pt x="593051" y="67564"/>
                  </a:lnTo>
                  <a:lnTo>
                    <a:pt x="618617" y="41910"/>
                  </a:lnTo>
                  <a:lnTo>
                    <a:pt x="610743" y="33909"/>
                  </a:lnTo>
                  <a:lnTo>
                    <a:pt x="577215" y="67564"/>
                  </a:lnTo>
                  <a:lnTo>
                    <a:pt x="554101" y="44450"/>
                  </a:lnTo>
                  <a:lnTo>
                    <a:pt x="590550" y="8001"/>
                  </a:lnTo>
                  <a:lnTo>
                    <a:pt x="582549" y="0"/>
                  </a:lnTo>
                  <a:lnTo>
                    <a:pt x="536448" y="46101"/>
                  </a:lnTo>
                  <a:lnTo>
                    <a:pt x="608584" y="118364"/>
                  </a:lnTo>
                  <a:lnTo>
                    <a:pt x="626237" y="100711"/>
                  </a:lnTo>
                  <a:lnTo>
                    <a:pt x="654685" y="72263"/>
                  </a:lnTo>
                  <a:close/>
                </a:path>
                <a:path w="1343660" h="323850">
                  <a:moveTo>
                    <a:pt x="794004" y="280035"/>
                  </a:moveTo>
                  <a:lnTo>
                    <a:pt x="791806" y="275336"/>
                  </a:lnTo>
                  <a:lnTo>
                    <a:pt x="748030" y="181483"/>
                  </a:lnTo>
                  <a:lnTo>
                    <a:pt x="737870" y="191643"/>
                  </a:lnTo>
                  <a:lnTo>
                    <a:pt x="778256" y="275336"/>
                  </a:lnTo>
                  <a:lnTo>
                    <a:pt x="694817" y="234823"/>
                  </a:lnTo>
                  <a:lnTo>
                    <a:pt x="684657" y="245110"/>
                  </a:lnTo>
                  <a:lnTo>
                    <a:pt x="782701" y="291338"/>
                  </a:lnTo>
                  <a:lnTo>
                    <a:pt x="794004" y="280035"/>
                  </a:lnTo>
                  <a:close/>
                </a:path>
                <a:path w="1343660" h="323850">
                  <a:moveTo>
                    <a:pt x="840105" y="233934"/>
                  </a:moveTo>
                  <a:lnTo>
                    <a:pt x="767969" y="161544"/>
                  </a:lnTo>
                  <a:lnTo>
                    <a:pt x="758317" y="171323"/>
                  </a:lnTo>
                  <a:lnTo>
                    <a:pt x="830453" y="243586"/>
                  </a:lnTo>
                  <a:lnTo>
                    <a:pt x="840105" y="233934"/>
                  </a:lnTo>
                  <a:close/>
                </a:path>
                <a:path w="1343660" h="323850">
                  <a:moveTo>
                    <a:pt x="917575" y="133985"/>
                  </a:moveTo>
                  <a:lnTo>
                    <a:pt x="914984" y="125984"/>
                  </a:lnTo>
                  <a:lnTo>
                    <a:pt x="914908" y="125730"/>
                  </a:lnTo>
                  <a:lnTo>
                    <a:pt x="912520" y="119672"/>
                  </a:lnTo>
                  <a:lnTo>
                    <a:pt x="909180" y="113665"/>
                  </a:lnTo>
                  <a:lnTo>
                    <a:pt x="904900" y="107772"/>
                  </a:lnTo>
                  <a:lnTo>
                    <a:pt x="904494" y="107327"/>
                  </a:lnTo>
                  <a:lnTo>
                    <a:pt x="904494" y="136906"/>
                  </a:lnTo>
                  <a:lnTo>
                    <a:pt x="904494" y="143002"/>
                  </a:lnTo>
                  <a:lnTo>
                    <a:pt x="902462" y="149225"/>
                  </a:lnTo>
                  <a:lnTo>
                    <a:pt x="900303" y="155321"/>
                  </a:lnTo>
                  <a:lnTo>
                    <a:pt x="896112" y="161544"/>
                  </a:lnTo>
                  <a:lnTo>
                    <a:pt x="889762" y="167894"/>
                  </a:lnTo>
                  <a:lnTo>
                    <a:pt x="877316" y="180467"/>
                  </a:lnTo>
                  <a:lnTo>
                    <a:pt x="821423" y="124460"/>
                  </a:lnTo>
                  <a:lnTo>
                    <a:pt x="821182" y="124460"/>
                  </a:lnTo>
                  <a:lnTo>
                    <a:pt x="839978" y="105664"/>
                  </a:lnTo>
                  <a:lnTo>
                    <a:pt x="846010" y="101600"/>
                  </a:lnTo>
                  <a:lnTo>
                    <a:pt x="845832" y="101600"/>
                  </a:lnTo>
                  <a:lnTo>
                    <a:pt x="852424" y="99314"/>
                  </a:lnTo>
                  <a:lnTo>
                    <a:pt x="858520" y="97282"/>
                  </a:lnTo>
                  <a:lnTo>
                    <a:pt x="864743" y="97282"/>
                  </a:lnTo>
                  <a:lnTo>
                    <a:pt x="877811" y="101600"/>
                  </a:lnTo>
                  <a:lnTo>
                    <a:pt x="877443" y="101600"/>
                  </a:lnTo>
                  <a:lnTo>
                    <a:pt x="883412" y="105537"/>
                  </a:lnTo>
                  <a:lnTo>
                    <a:pt x="889635" y="111887"/>
                  </a:lnTo>
                  <a:lnTo>
                    <a:pt x="895985" y="118237"/>
                  </a:lnTo>
                  <a:lnTo>
                    <a:pt x="900176" y="124460"/>
                  </a:lnTo>
                  <a:lnTo>
                    <a:pt x="904494" y="136906"/>
                  </a:lnTo>
                  <a:lnTo>
                    <a:pt x="904494" y="107327"/>
                  </a:lnTo>
                  <a:lnTo>
                    <a:pt x="899668" y="101981"/>
                  </a:lnTo>
                  <a:lnTo>
                    <a:pt x="894486" y="97282"/>
                  </a:lnTo>
                  <a:lnTo>
                    <a:pt x="893902" y="96748"/>
                  </a:lnTo>
                  <a:lnTo>
                    <a:pt x="888022" y="92456"/>
                  </a:lnTo>
                  <a:lnTo>
                    <a:pt x="882040" y="89128"/>
                  </a:lnTo>
                  <a:lnTo>
                    <a:pt x="875919" y="86741"/>
                  </a:lnTo>
                  <a:lnTo>
                    <a:pt x="867791" y="84074"/>
                  </a:lnTo>
                  <a:lnTo>
                    <a:pt x="859663" y="84074"/>
                  </a:lnTo>
                  <a:lnTo>
                    <a:pt x="803529" y="125984"/>
                  </a:lnTo>
                  <a:lnTo>
                    <a:pt x="875665" y="198247"/>
                  </a:lnTo>
                  <a:lnTo>
                    <a:pt x="893432" y="180467"/>
                  </a:lnTo>
                  <a:lnTo>
                    <a:pt x="900049" y="173863"/>
                  </a:lnTo>
                  <a:lnTo>
                    <a:pt x="917575" y="142113"/>
                  </a:lnTo>
                  <a:lnTo>
                    <a:pt x="917575" y="133985"/>
                  </a:lnTo>
                  <a:close/>
                </a:path>
                <a:path w="1343660" h="323850">
                  <a:moveTo>
                    <a:pt x="999363" y="74295"/>
                  </a:moveTo>
                  <a:lnTo>
                    <a:pt x="991362" y="66294"/>
                  </a:lnTo>
                  <a:lnTo>
                    <a:pt x="954913" y="102743"/>
                  </a:lnTo>
                  <a:lnTo>
                    <a:pt x="929767" y="77597"/>
                  </a:lnTo>
                  <a:lnTo>
                    <a:pt x="937755" y="69596"/>
                  </a:lnTo>
                  <a:lnTo>
                    <a:pt x="963295" y="44069"/>
                  </a:lnTo>
                  <a:lnTo>
                    <a:pt x="955421" y="36068"/>
                  </a:lnTo>
                  <a:lnTo>
                    <a:pt x="921893" y="69596"/>
                  </a:lnTo>
                  <a:lnTo>
                    <a:pt x="898779" y="46609"/>
                  </a:lnTo>
                  <a:lnTo>
                    <a:pt x="935228" y="10160"/>
                  </a:lnTo>
                  <a:lnTo>
                    <a:pt x="927227" y="2032"/>
                  </a:lnTo>
                  <a:lnTo>
                    <a:pt x="881126" y="48260"/>
                  </a:lnTo>
                  <a:lnTo>
                    <a:pt x="953262" y="120523"/>
                  </a:lnTo>
                  <a:lnTo>
                    <a:pt x="970991" y="102743"/>
                  </a:lnTo>
                  <a:lnTo>
                    <a:pt x="999363" y="74295"/>
                  </a:lnTo>
                  <a:close/>
                </a:path>
                <a:path w="1343660" h="323850">
                  <a:moveTo>
                    <a:pt x="1130808" y="277114"/>
                  </a:moveTo>
                  <a:lnTo>
                    <a:pt x="1129792" y="270510"/>
                  </a:lnTo>
                  <a:lnTo>
                    <a:pt x="1129055" y="265176"/>
                  </a:lnTo>
                  <a:lnTo>
                    <a:pt x="1129017" y="264922"/>
                  </a:lnTo>
                  <a:lnTo>
                    <a:pt x="1128903" y="264033"/>
                  </a:lnTo>
                  <a:lnTo>
                    <a:pt x="1125855" y="257683"/>
                  </a:lnTo>
                  <a:lnTo>
                    <a:pt x="1120648" y="251460"/>
                  </a:lnTo>
                  <a:lnTo>
                    <a:pt x="1110869" y="261239"/>
                  </a:lnTo>
                  <a:lnTo>
                    <a:pt x="1116076" y="267589"/>
                  </a:lnTo>
                  <a:lnTo>
                    <a:pt x="1118362" y="273939"/>
                  </a:lnTo>
                  <a:lnTo>
                    <a:pt x="1095883" y="308356"/>
                  </a:lnTo>
                  <a:lnTo>
                    <a:pt x="1083437" y="310388"/>
                  </a:lnTo>
                  <a:lnTo>
                    <a:pt x="1077341" y="309499"/>
                  </a:lnTo>
                  <a:lnTo>
                    <a:pt x="1044702" y="283464"/>
                  </a:lnTo>
                  <a:lnTo>
                    <a:pt x="1042035" y="277368"/>
                  </a:lnTo>
                  <a:lnTo>
                    <a:pt x="1039241" y="271399"/>
                  </a:lnTo>
                  <a:lnTo>
                    <a:pt x="1038352" y="265176"/>
                  </a:lnTo>
                  <a:lnTo>
                    <a:pt x="1039241" y="258953"/>
                  </a:lnTo>
                  <a:lnTo>
                    <a:pt x="1040257" y="252730"/>
                  </a:lnTo>
                  <a:lnTo>
                    <a:pt x="1043559" y="246634"/>
                  </a:lnTo>
                  <a:lnTo>
                    <a:pt x="1049401" y="240919"/>
                  </a:lnTo>
                  <a:lnTo>
                    <a:pt x="1052703" y="237490"/>
                  </a:lnTo>
                  <a:lnTo>
                    <a:pt x="1056386" y="234950"/>
                  </a:lnTo>
                  <a:lnTo>
                    <a:pt x="1064514" y="231394"/>
                  </a:lnTo>
                  <a:lnTo>
                    <a:pt x="1068705" y="230759"/>
                  </a:lnTo>
                  <a:lnTo>
                    <a:pt x="1073023" y="231013"/>
                  </a:lnTo>
                  <a:lnTo>
                    <a:pt x="1077341" y="231394"/>
                  </a:lnTo>
                  <a:lnTo>
                    <a:pt x="1081532" y="233172"/>
                  </a:lnTo>
                  <a:lnTo>
                    <a:pt x="1085596" y="236347"/>
                  </a:lnTo>
                  <a:lnTo>
                    <a:pt x="1091247" y="230759"/>
                  </a:lnTo>
                  <a:lnTo>
                    <a:pt x="1095375" y="226695"/>
                  </a:lnTo>
                  <a:lnTo>
                    <a:pt x="1089406" y="221742"/>
                  </a:lnTo>
                  <a:lnTo>
                    <a:pt x="1083310" y="219075"/>
                  </a:lnTo>
                  <a:lnTo>
                    <a:pt x="1070952" y="217855"/>
                  </a:lnTo>
                  <a:lnTo>
                    <a:pt x="1070178" y="217855"/>
                  </a:lnTo>
                  <a:lnTo>
                    <a:pt x="1036421" y="238620"/>
                  </a:lnTo>
                  <a:lnTo>
                    <a:pt x="1025398" y="264922"/>
                  </a:lnTo>
                  <a:lnTo>
                    <a:pt x="1025740" y="270510"/>
                  </a:lnTo>
                  <a:lnTo>
                    <a:pt x="1025791" y="271399"/>
                  </a:lnTo>
                  <a:lnTo>
                    <a:pt x="1049705" y="309727"/>
                  </a:lnTo>
                  <a:lnTo>
                    <a:pt x="1083691" y="323342"/>
                  </a:lnTo>
                  <a:lnTo>
                    <a:pt x="1092073" y="321437"/>
                  </a:lnTo>
                  <a:lnTo>
                    <a:pt x="1098181" y="319417"/>
                  </a:lnTo>
                  <a:lnTo>
                    <a:pt x="1104150" y="316382"/>
                  </a:lnTo>
                  <a:lnTo>
                    <a:pt x="1109941" y="312318"/>
                  </a:lnTo>
                  <a:lnTo>
                    <a:pt x="1112062" y="310388"/>
                  </a:lnTo>
                  <a:lnTo>
                    <a:pt x="1115568" y="307213"/>
                  </a:lnTo>
                  <a:lnTo>
                    <a:pt x="1121029" y="301752"/>
                  </a:lnTo>
                  <a:lnTo>
                    <a:pt x="1125093" y="295910"/>
                  </a:lnTo>
                  <a:lnTo>
                    <a:pt x="1127506" y="289687"/>
                  </a:lnTo>
                  <a:lnTo>
                    <a:pt x="1130046" y="283464"/>
                  </a:lnTo>
                  <a:lnTo>
                    <a:pt x="1130769" y="277368"/>
                  </a:lnTo>
                  <a:lnTo>
                    <a:pt x="1130808" y="277114"/>
                  </a:lnTo>
                  <a:close/>
                </a:path>
                <a:path w="1343660" h="323850">
                  <a:moveTo>
                    <a:pt x="1209421" y="197612"/>
                  </a:moveTo>
                  <a:lnTo>
                    <a:pt x="1209027" y="191262"/>
                  </a:lnTo>
                  <a:lnTo>
                    <a:pt x="1208913" y="189357"/>
                  </a:lnTo>
                  <a:lnTo>
                    <a:pt x="1205865" y="181229"/>
                  </a:lnTo>
                  <a:lnTo>
                    <a:pt x="1203261" y="175209"/>
                  </a:lnTo>
                  <a:lnTo>
                    <a:pt x="1199845" y="169329"/>
                  </a:lnTo>
                  <a:lnTo>
                    <a:pt x="1196467" y="164782"/>
                  </a:lnTo>
                  <a:lnTo>
                    <a:pt x="1196467" y="197358"/>
                  </a:lnTo>
                  <a:lnTo>
                    <a:pt x="1195425" y="203708"/>
                  </a:lnTo>
                  <a:lnTo>
                    <a:pt x="1194562" y="209804"/>
                  </a:lnTo>
                  <a:lnTo>
                    <a:pt x="1191221" y="215620"/>
                  </a:lnTo>
                  <a:lnTo>
                    <a:pt x="1191133" y="215773"/>
                  </a:lnTo>
                  <a:lnTo>
                    <a:pt x="1185164" y="221742"/>
                  </a:lnTo>
                  <a:lnTo>
                    <a:pt x="1179576" y="227457"/>
                  </a:lnTo>
                  <a:lnTo>
                    <a:pt x="1173480" y="230759"/>
                  </a:lnTo>
                  <a:lnTo>
                    <a:pt x="1161148" y="232803"/>
                  </a:lnTo>
                  <a:lnTo>
                    <a:pt x="1155573" y="232003"/>
                  </a:lnTo>
                  <a:lnTo>
                    <a:pt x="1155128" y="232003"/>
                  </a:lnTo>
                  <a:lnTo>
                    <a:pt x="1122299" y="205740"/>
                  </a:lnTo>
                  <a:lnTo>
                    <a:pt x="1115822" y="187452"/>
                  </a:lnTo>
                  <a:lnTo>
                    <a:pt x="1117815" y="175209"/>
                  </a:lnTo>
                  <a:lnTo>
                    <a:pt x="1117854" y="175006"/>
                  </a:lnTo>
                  <a:lnTo>
                    <a:pt x="1121156" y="168910"/>
                  </a:lnTo>
                  <a:lnTo>
                    <a:pt x="1126998" y="163195"/>
                  </a:lnTo>
                  <a:lnTo>
                    <a:pt x="1132840" y="157353"/>
                  </a:lnTo>
                  <a:lnTo>
                    <a:pt x="1138809" y="153924"/>
                  </a:lnTo>
                  <a:lnTo>
                    <a:pt x="1145032" y="153035"/>
                  </a:lnTo>
                  <a:lnTo>
                    <a:pt x="1151128" y="152019"/>
                  </a:lnTo>
                  <a:lnTo>
                    <a:pt x="1180592" y="168021"/>
                  </a:lnTo>
                  <a:lnTo>
                    <a:pt x="1186053" y="173355"/>
                  </a:lnTo>
                  <a:lnTo>
                    <a:pt x="1189990" y="179070"/>
                  </a:lnTo>
                  <a:lnTo>
                    <a:pt x="1195578" y="191262"/>
                  </a:lnTo>
                  <a:lnTo>
                    <a:pt x="1196467" y="197358"/>
                  </a:lnTo>
                  <a:lnTo>
                    <a:pt x="1196467" y="164782"/>
                  </a:lnTo>
                  <a:lnTo>
                    <a:pt x="1159129" y="139573"/>
                  </a:lnTo>
                  <a:lnTo>
                    <a:pt x="1151001" y="139065"/>
                  </a:lnTo>
                  <a:lnTo>
                    <a:pt x="1142746" y="140970"/>
                  </a:lnTo>
                  <a:lnTo>
                    <a:pt x="1109853" y="166865"/>
                  </a:lnTo>
                  <a:lnTo>
                    <a:pt x="1102868" y="187452"/>
                  </a:lnTo>
                  <a:lnTo>
                    <a:pt x="1103249" y="193548"/>
                  </a:lnTo>
                  <a:lnTo>
                    <a:pt x="1103376" y="195580"/>
                  </a:lnTo>
                  <a:lnTo>
                    <a:pt x="1127302" y="232003"/>
                  </a:lnTo>
                  <a:lnTo>
                    <a:pt x="1161288" y="245745"/>
                  </a:lnTo>
                  <a:lnTo>
                    <a:pt x="1169543" y="243840"/>
                  </a:lnTo>
                  <a:lnTo>
                    <a:pt x="1175651" y="241820"/>
                  </a:lnTo>
                  <a:lnTo>
                    <a:pt x="1181633" y="238760"/>
                  </a:lnTo>
                  <a:lnTo>
                    <a:pt x="1187462" y="234670"/>
                  </a:lnTo>
                  <a:lnTo>
                    <a:pt x="1189380" y="232918"/>
                  </a:lnTo>
                  <a:lnTo>
                    <a:pt x="1193165" y="229489"/>
                  </a:lnTo>
                  <a:lnTo>
                    <a:pt x="1198333" y="223735"/>
                  </a:lnTo>
                  <a:lnTo>
                    <a:pt x="1202410" y="217855"/>
                  </a:lnTo>
                  <a:lnTo>
                    <a:pt x="1205433" y="211874"/>
                  </a:lnTo>
                  <a:lnTo>
                    <a:pt x="1207389" y="205740"/>
                  </a:lnTo>
                  <a:lnTo>
                    <a:pt x="1209421" y="197612"/>
                  </a:lnTo>
                  <a:close/>
                </a:path>
                <a:path w="1343660" h="323850">
                  <a:moveTo>
                    <a:pt x="1248664" y="171958"/>
                  </a:moveTo>
                  <a:lnTo>
                    <a:pt x="1220216" y="143510"/>
                  </a:lnTo>
                  <a:lnTo>
                    <a:pt x="1228153" y="135509"/>
                  </a:lnTo>
                  <a:lnTo>
                    <a:pt x="1236599" y="127000"/>
                  </a:lnTo>
                  <a:lnTo>
                    <a:pt x="1241171" y="122555"/>
                  </a:lnTo>
                  <a:lnTo>
                    <a:pt x="1244346" y="117729"/>
                  </a:lnTo>
                  <a:lnTo>
                    <a:pt x="1246251" y="112522"/>
                  </a:lnTo>
                  <a:lnTo>
                    <a:pt x="1248156" y="107188"/>
                  </a:lnTo>
                  <a:lnTo>
                    <a:pt x="1248537" y="101981"/>
                  </a:lnTo>
                  <a:lnTo>
                    <a:pt x="1247521" y="96774"/>
                  </a:lnTo>
                  <a:lnTo>
                    <a:pt x="1246378" y="91440"/>
                  </a:lnTo>
                  <a:lnTo>
                    <a:pt x="1243457" y="86487"/>
                  </a:lnTo>
                  <a:lnTo>
                    <a:pt x="1241425" y="84455"/>
                  </a:lnTo>
                  <a:lnTo>
                    <a:pt x="1238758" y="81788"/>
                  </a:lnTo>
                  <a:lnTo>
                    <a:pt x="1235583" y="78536"/>
                  </a:lnTo>
                  <a:lnTo>
                    <a:pt x="1235583" y="100838"/>
                  </a:lnTo>
                  <a:lnTo>
                    <a:pt x="1235202" y="105791"/>
                  </a:lnTo>
                  <a:lnTo>
                    <a:pt x="1234694" y="110744"/>
                  </a:lnTo>
                  <a:lnTo>
                    <a:pt x="1232281" y="115443"/>
                  </a:lnTo>
                  <a:lnTo>
                    <a:pt x="1227836" y="119761"/>
                  </a:lnTo>
                  <a:lnTo>
                    <a:pt x="1212215" y="135509"/>
                  </a:lnTo>
                  <a:lnTo>
                    <a:pt x="1184402" y="107696"/>
                  </a:lnTo>
                  <a:lnTo>
                    <a:pt x="1204468" y="87630"/>
                  </a:lnTo>
                  <a:lnTo>
                    <a:pt x="1209167" y="85217"/>
                  </a:lnTo>
                  <a:lnTo>
                    <a:pt x="1219200" y="84455"/>
                  </a:lnTo>
                  <a:lnTo>
                    <a:pt x="1224153" y="86741"/>
                  </a:lnTo>
                  <a:lnTo>
                    <a:pt x="1233551" y="96139"/>
                  </a:lnTo>
                  <a:lnTo>
                    <a:pt x="1235583" y="100838"/>
                  </a:lnTo>
                  <a:lnTo>
                    <a:pt x="1235583" y="78536"/>
                  </a:lnTo>
                  <a:lnTo>
                    <a:pt x="1234059" y="76962"/>
                  </a:lnTo>
                  <a:lnTo>
                    <a:pt x="1228979" y="73914"/>
                  </a:lnTo>
                  <a:lnTo>
                    <a:pt x="1223518" y="72771"/>
                  </a:lnTo>
                  <a:lnTo>
                    <a:pt x="1218184" y="71501"/>
                  </a:lnTo>
                  <a:lnTo>
                    <a:pt x="1192911" y="83312"/>
                  </a:lnTo>
                  <a:lnTo>
                    <a:pt x="1166876" y="109347"/>
                  </a:lnTo>
                  <a:lnTo>
                    <a:pt x="1239012" y="181610"/>
                  </a:lnTo>
                  <a:lnTo>
                    <a:pt x="1248664" y="171958"/>
                  </a:lnTo>
                  <a:close/>
                </a:path>
                <a:path w="1343660" h="323850">
                  <a:moveTo>
                    <a:pt x="1343279" y="77216"/>
                  </a:moveTo>
                  <a:lnTo>
                    <a:pt x="1335278" y="69215"/>
                  </a:lnTo>
                  <a:lnTo>
                    <a:pt x="1298816" y="105676"/>
                  </a:lnTo>
                  <a:lnTo>
                    <a:pt x="1273683" y="80518"/>
                  </a:lnTo>
                  <a:lnTo>
                    <a:pt x="1281645" y="72517"/>
                  </a:lnTo>
                  <a:lnTo>
                    <a:pt x="1307211" y="46863"/>
                  </a:lnTo>
                  <a:lnTo>
                    <a:pt x="1299337" y="38989"/>
                  </a:lnTo>
                  <a:lnTo>
                    <a:pt x="1265809" y="72517"/>
                  </a:lnTo>
                  <a:lnTo>
                    <a:pt x="1242695" y="49530"/>
                  </a:lnTo>
                  <a:lnTo>
                    <a:pt x="1279144" y="12954"/>
                  </a:lnTo>
                  <a:lnTo>
                    <a:pt x="1271143" y="4953"/>
                  </a:lnTo>
                  <a:lnTo>
                    <a:pt x="1225042" y="51054"/>
                  </a:lnTo>
                  <a:lnTo>
                    <a:pt x="1297178" y="123444"/>
                  </a:lnTo>
                  <a:lnTo>
                    <a:pt x="1314780" y="105791"/>
                  </a:lnTo>
                  <a:lnTo>
                    <a:pt x="1343279" y="772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23406" y="2071370"/>
              <a:ext cx="203962" cy="23964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813804" y="2047493"/>
              <a:ext cx="626110" cy="307975"/>
            </a:xfrm>
            <a:custGeom>
              <a:avLst/>
              <a:gdLst/>
              <a:ahLst/>
              <a:cxnLst/>
              <a:rect l="l" t="t" r="r" b="b"/>
              <a:pathLst>
                <a:path w="626109" h="307975">
                  <a:moveTo>
                    <a:pt x="105410" y="173609"/>
                  </a:moveTo>
                  <a:lnTo>
                    <a:pt x="104508" y="167894"/>
                  </a:lnTo>
                  <a:lnTo>
                    <a:pt x="104394" y="167132"/>
                  </a:lnTo>
                  <a:lnTo>
                    <a:pt x="103657" y="161798"/>
                  </a:lnTo>
                  <a:lnTo>
                    <a:pt x="103606" y="161417"/>
                  </a:lnTo>
                  <a:lnTo>
                    <a:pt x="103505" y="160655"/>
                  </a:lnTo>
                  <a:lnTo>
                    <a:pt x="100457" y="154305"/>
                  </a:lnTo>
                  <a:lnTo>
                    <a:pt x="95250" y="147955"/>
                  </a:lnTo>
                  <a:lnTo>
                    <a:pt x="85471" y="157734"/>
                  </a:lnTo>
                  <a:lnTo>
                    <a:pt x="90678" y="164084"/>
                  </a:lnTo>
                  <a:lnTo>
                    <a:pt x="92964" y="170561"/>
                  </a:lnTo>
                  <a:lnTo>
                    <a:pt x="70485" y="204978"/>
                  </a:lnTo>
                  <a:lnTo>
                    <a:pt x="58039" y="207010"/>
                  </a:lnTo>
                  <a:lnTo>
                    <a:pt x="51943" y="206121"/>
                  </a:lnTo>
                  <a:lnTo>
                    <a:pt x="45974" y="203327"/>
                  </a:lnTo>
                  <a:lnTo>
                    <a:pt x="39878" y="200660"/>
                  </a:lnTo>
                  <a:lnTo>
                    <a:pt x="34163" y="196596"/>
                  </a:lnTo>
                  <a:lnTo>
                    <a:pt x="28829" y="191135"/>
                  </a:lnTo>
                  <a:lnTo>
                    <a:pt x="23368" y="185801"/>
                  </a:lnTo>
                  <a:lnTo>
                    <a:pt x="19304" y="180086"/>
                  </a:lnTo>
                  <a:lnTo>
                    <a:pt x="16637" y="173990"/>
                  </a:lnTo>
                  <a:lnTo>
                    <a:pt x="13843" y="167894"/>
                  </a:lnTo>
                  <a:lnTo>
                    <a:pt x="12954" y="161798"/>
                  </a:lnTo>
                  <a:lnTo>
                    <a:pt x="13843" y="155575"/>
                  </a:lnTo>
                  <a:lnTo>
                    <a:pt x="14859" y="149225"/>
                  </a:lnTo>
                  <a:lnTo>
                    <a:pt x="43307" y="127254"/>
                  </a:lnTo>
                  <a:lnTo>
                    <a:pt x="51943" y="128016"/>
                  </a:lnTo>
                  <a:lnTo>
                    <a:pt x="56134" y="129794"/>
                  </a:lnTo>
                  <a:lnTo>
                    <a:pt x="60198" y="132969"/>
                  </a:lnTo>
                  <a:lnTo>
                    <a:pt x="65900" y="127254"/>
                  </a:lnTo>
                  <a:lnTo>
                    <a:pt x="69977" y="123190"/>
                  </a:lnTo>
                  <a:lnTo>
                    <a:pt x="64008" y="118364"/>
                  </a:lnTo>
                  <a:lnTo>
                    <a:pt x="57912" y="115570"/>
                  </a:lnTo>
                  <a:lnTo>
                    <a:pt x="51435" y="115062"/>
                  </a:lnTo>
                  <a:lnTo>
                    <a:pt x="45085" y="114427"/>
                  </a:lnTo>
                  <a:lnTo>
                    <a:pt x="37934" y="115570"/>
                  </a:lnTo>
                  <a:lnTo>
                    <a:pt x="38442" y="115570"/>
                  </a:lnTo>
                  <a:lnTo>
                    <a:pt x="26543" y="120777"/>
                  </a:lnTo>
                  <a:lnTo>
                    <a:pt x="1905" y="153162"/>
                  </a:lnTo>
                  <a:lnTo>
                    <a:pt x="0" y="161417"/>
                  </a:lnTo>
                  <a:lnTo>
                    <a:pt x="342" y="167132"/>
                  </a:lnTo>
                  <a:lnTo>
                    <a:pt x="393" y="167894"/>
                  </a:lnTo>
                  <a:lnTo>
                    <a:pt x="508" y="169672"/>
                  </a:lnTo>
                  <a:lnTo>
                    <a:pt x="24307" y="206273"/>
                  </a:lnTo>
                  <a:lnTo>
                    <a:pt x="58293" y="219964"/>
                  </a:lnTo>
                  <a:lnTo>
                    <a:pt x="66675" y="217932"/>
                  </a:lnTo>
                  <a:lnTo>
                    <a:pt x="72783" y="215963"/>
                  </a:lnTo>
                  <a:lnTo>
                    <a:pt x="78752" y="212915"/>
                  </a:lnTo>
                  <a:lnTo>
                    <a:pt x="84543" y="208826"/>
                  </a:lnTo>
                  <a:lnTo>
                    <a:pt x="86537" y="207010"/>
                  </a:lnTo>
                  <a:lnTo>
                    <a:pt x="90170" y="203708"/>
                  </a:lnTo>
                  <a:lnTo>
                    <a:pt x="95631" y="198374"/>
                  </a:lnTo>
                  <a:lnTo>
                    <a:pt x="99695" y="192532"/>
                  </a:lnTo>
                  <a:lnTo>
                    <a:pt x="102108" y="186309"/>
                  </a:lnTo>
                  <a:lnTo>
                    <a:pt x="104597" y="180086"/>
                  </a:lnTo>
                  <a:lnTo>
                    <a:pt x="104889" y="177927"/>
                  </a:lnTo>
                  <a:lnTo>
                    <a:pt x="105359" y="173990"/>
                  </a:lnTo>
                  <a:lnTo>
                    <a:pt x="105410" y="173609"/>
                  </a:lnTo>
                  <a:close/>
                </a:path>
                <a:path w="626109" h="307975">
                  <a:moveTo>
                    <a:pt x="183388" y="96901"/>
                  </a:moveTo>
                  <a:lnTo>
                    <a:pt x="183324" y="95377"/>
                  </a:lnTo>
                  <a:lnTo>
                    <a:pt x="183210" y="91948"/>
                  </a:lnTo>
                  <a:lnTo>
                    <a:pt x="183134" y="89662"/>
                  </a:lnTo>
                  <a:lnTo>
                    <a:pt x="180721" y="82550"/>
                  </a:lnTo>
                  <a:lnTo>
                    <a:pt x="178346" y="75438"/>
                  </a:lnTo>
                  <a:lnTo>
                    <a:pt x="177558" y="74168"/>
                  </a:lnTo>
                  <a:lnTo>
                    <a:pt x="173990" y="68707"/>
                  </a:lnTo>
                  <a:lnTo>
                    <a:pt x="162052" y="56769"/>
                  </a:lnTo>
                  <a:lnTo>
                    <a:pt x="131445" y="87376"/>
                  </a:lnTo>
                  <a:lnTo>
                    <a:pt x="139446" y="95377"/>
                  </a:lnTo>
                  <a:lnTo>
                    <a:pt x="160655" y="74168"/>
                  </a:lnTo>
                  <a:lnTo>
                    <a:pt x="164719" y="78486"/>
                  </a:lnTo>
                  <a:lnTo>
                    <a:pt x="167640" y="83058"/>
                  </a:lnTo>
                  <a:lnTo>
                    <a:pt x="170942" y="92710"/>
                  </a:lnTo>
                  <a:lnTo>
                    <a:pt x="171069" y="97663"/>
                  </a:lnTo>
                  <a:lnTo>
                    <a:pt x="169621" y="102489"/>
                  </a:lnTo>
                  <a:lnTo>
                    <a:pt x="168148" y="107823"/>
                  </a:lnTo>
                  <a:lnTo>
                    <a:pt x="164973" y="112903"/>
                  </a:lnTo>
                  <a:lnTo>
                    <a:pt x="159842" y="117906"/>
                  </a:lnTo>
                  <a:lnTo>
                    <a:pt x="154051" y="123698"/>
                  </a:lnTo>
                  <a:lnTo>
                    <a:pt x="147955" y="127254"/>
                  </a:lnTo>
                  <a:lnTo>
                    <a:pt x="141732" y="128270"/>
                  </a:lnTo>
                  <a:lnTo>
                    <a:pt x="135496" y="129425"/>
                  </a:lnTo>
                  <a:lnTo>
                    <a:pt x="130035" y="128625"/>
                  </a:lnTo>
                  <a:lnTo>
                    <a:pt x="129616" y="128625"/>
                  </a:lnTo>
                  <a:lnTo>
                    <a:pt x="117221" y="123190"/>
                  </a:lnTo>
                  <a:lnTo>
                    <a:pt x="111506" y="119126"/>
                  </a:lnTo>
                  <a:lnTo>
                    <a:pt x="106172" y="113665"/>
                  </a:lnTo>
                  <a:lnTo>
                    <a:pt x="100711" y="108331"/>
                  </a:lnTo>
                  <a:lnTo>
                    <a:pt x="96647" y="102489"/>
                  </a:lnTo>
                  <a:lnTo>
                    <a:pt x="93853" y="96393"/>
                  </a:lnTo>
                  <a:lnTo>
                    <a:pt x="91186" y="90297"/>
                  </a:lnTo>
                  <a:lnTo>
                    <a:pt x="90297" y="84201"/>
                  </a:lnTo>
                  <a:lnTo>
                    <a:pt x="92329" y="71628"/>
                  </a:lnTo>
                  <a:lnTo>
                    <a:pt x="122555" y="49530"/>
                  </a:lnTo>
                  <a:lnTo>
                    <a:pt x="126619" y="50165"/>
                  </a:lnTo>
                  <a:lnTo>
                    <a:pt x="130556" y="50673"/>
                  </a:lnTo>
                  <a:lnTo>
                    <a:pt x="134112" y="52197"/>
                  </a:lnTo>
                  <a:lnTo>
                    <a:pt x="137287" y="54610"/>
                  </a:lnTo>
                  <a:lnTo>
                    <a:pt x="142367" y="49530"/>
                  </a:lnTo>
                  <a:lnTo>
                    <a:pt x="146939" y="44958"/>
                  </a:lnTo>
                  <a:lnTo>
                    <a:pt x="142621" y="41402"/>
                  </a:lnTo>
                  <a:lnTo>
                    <a:pt x="138049" y="39116"/>
                  </a:lnTo>
                  <a:lnTo>
                    <a:pt x="128778" y="36830"/>
                  </a:lnTo>
                  <a:lnTo>
                    <a:pt x="123291" y="36830"/>
                  </a:lnTo>
                  <a:lnTo>
                    <a:pt x="88671" y="57454"/>
                  </a:lnTo>
                  <a:lnTo>
                    <a:pt x="77749" y="82550"/>
                  </a:lnTo>
                  <a:lnTo>
                    <a:pt x="77622" y="83058"/>
                  </a:lnTo>
                  <a:lnTo>
                    <a:pt x="77495" y="84201"/>
                  </a:lnTo>
                  <a:lnTo>
                    <a:pt x="77825" y="89662"/>
                  </a:lnTo>
                  <a:lnTo>
                    <a:pt x="77863" y="90297"/>
                  </a:lnTo>
                  <a:lnTo>
                    <a:pt x="96520" y="123698"/>
                  </a:lnTo>
                  <a:lnTo>
                    <a:pt x="136017" y="142367"/>
                  </a:lnTo>
                  <a:lnTo>
                    <a:pt x="144272" y="140335"/>
                  </a:lnTo>
                  <a:lnTo>
                    <a:pt x="150380" y="138290"/>
                  </a:lnTo>
                  <a:lnTo>
                    <a:pt x="156311" y="135242"/>
                  </a:lnTo>
                  <a:lnTo>
                    <a:pt x="162191" y="131102"/>
                  </a:lnTo>
                  <a:lnTo>
                    <a:pt x="163931" y="129540"/>
                  </a:lnTo>
                  <a:lnTo>
                    <a:pt x="167894" y="125984"/>
                  </a:lnTo>
                  <a:lnTo>
                    <a:pt x="172720" y="120637"/>
                  </a:lnTo>
                  <a:lnTo>
                    <a:pt x="176593" y="115227"/>
                  </a:lnTo>
                  <a:lnTo>
                    <a:pt x="179501" y="109778"/>
                  </a:lnTo>
                  <a:lnTo>
                    <a:pt x="181483" y="104267"/>
                  </a:lnTo>
                  <a:lnTo>
                    <a:pt x="183388" y="96901"/>
                  </a:lnTo>
                  <a:close/>
                </a:path>
                <a:path w="626109" h="307975">
                  <a:moveTo>
                    <a:pt x="216916" y="69469"/>
                  </a:moveTo>
                  <a:lnTo>
                    <a:pt x="216115" y="67437"/>
                  </a:lnTo>
                  <a:lnTo>
                    <a:pt x="216027" y="67183"/>
                  </a:lnTo>
                  <a:lnTo>
                    <a:pt x="214249" y="65405"/>
                  </a:lnTo>
                  <a:lnTo>
                    <a:pt x="212090" y="63373"/>
                  </a:lnTo>
                  <a:lnTo>
                    <a:pt x="209804" y="62357"/>
                  </a:lnTo>
                  <a:lnTo>
                    <a:pt x="204724" y="62357"/>
                  </a:lnTo>
                  <a:lnTo>
                    <a:pt x="202438" y="63373"/>
                  </a:lnTo>
                  <a:lnTo>
                    <a:pt x="200533" y="65405"/>
                  </a:lnTo>
                  <a:lnTo>
                    <a:pt x="198501" y="67437"/>
                  </a:lnTo>
                  <a:lnTo>
                    <a:pt x="197586" y="69469"/>
                  </a:lnTo>
                  <a:lnTo>
                    <a:pt x="197485" y="69723"/>
                  </a:lnTo>
                  <a:lnTo>
                    <a:pt x="197358" y="74676"/>
                  </a:lnTo>
                  <a:lnTo>
                    <a:pt x="197358" y="74930"/>
                  </a:lnTo>
                  <a:lnTo>
                    <a:pt x="198259" y="76962"/>
                  </a:lnTo>
                  <a:lnTo>
                    <a:pt x="198374" y="77216"/>
                  </a:lnTo>
                  <a:lnTo>
                    <a:pt x="202184" y="81026"/>
                  </a:lnTo>
                  <a:lnTo>
                    <a:pt x="204470" y="81915"/>
                  </a:lnTo>
                  <a:lnTo>
                    <a:pt x="209677" y="81915"/>
                  </a:lnTo>
                  <a:lnTo>
                    <a:pt x="211785" y="81026"/>
                  </a:lnTo>
                  <a:lnTo>
                    <a:pt x="211963" y="81026"/>
                  </a:lnTo>
                  <a:lnTo>
                    <a:pt x="213995" y="78867"/>
                  </a:lnTo>
                  <a:lnTo>
                    <a:pt x="216027" y="76962"/>
                  </a:lnTo>
                  <a:lnTo>
                    <a:pt x="216814" y="74930"/>
                  </a:lnTo>
                  <a:lnTo>
                    <a:pt x="216916" y="69469"/>
                  </a:lnTo>
                  <a:close/>
                </a:path>
                <a:path w="626109" h="307975">
                  <a:moveTo>
                    <a:pt x="246253" y="40132"/>
                  </a:moveTo>
                  <a:lnTo>
                    <a:pt x="245287" y="38100"/>
                  </a:lnTo>
                  <a:lnTo>
                    <a:pt x="243332" y="36068"/>
                  </a:lnTo>
                  <a:lnTo>
                    <a:pt x="241541" y="34163"/>
                  </a:lnTo>
                  <a:lnTo>
                    <a:pt x="241706" y="34163"/>
                  </a:lnTo>
                  <a:lnTo>
                    <a:pt x="239141" y="33020"/>
                  </a:lnTo>
                  <a:lnTo>
                    <a:pt x="236601" y="33147"/>
                  </a:lnTo>
                  <a:lnTo>
                    <a:pt x="234061" y="33147"/>
                  </a:lnTo>
                  <a:lnTo>
                    <a:pt x="226568" y="45593"/>
                  </a:lnTo>
                  <a:lnTo>
                    <a:pt x="227469" y="47625"/>
                  </a:lnTo>
                  <a:lnTo>
                    <a:pt x="227584" y="47879"/>
                  </a:lnTo>
                  <a:lnTo>
                    <a:pt x="231394" y="51689"/>
                  </a:lnTo>
                  <a:lnTo>
                    <a:pt x="233680" y="52705"/>
                  </a:lnTo>
                  <a:lnTo>
                    <a:pt x="238683" y="52705"/>
                  </a:lnTo>
                  <a:lnTo>
                    <a:pt x="241300" y="51689"/>
                  </a:lnTo>
                  <a:lnTo>
                    <a:pt x="243332" y="49657"/>
                  </a:lnTo>
                  <a:lnTo>
                    <a:pt x="245237" y="47625"/>
                  </a:lnTo>
                  <a:lnTo>
                    <a:pt x="246138" y="45593"/>
                  </a:lnTo>
                  <a:lnTo>
                    <a:pt x="246253" y="40132"/>
                  </a:lnTo>
                  <a:close/>
                </a:path>
                <a:path w="626109" h="307975">
                  <a:moveTo>
                    <a:pt x="275463" y="11049"/>
                  </a:moveTo>
                  <a:lnTo>
                    <a:pt x="274497" y="8763"/>
                  </a:lnTo>
                  <a:lnTo>
                    <a:pt x="270637" y="4826"/>
                  </a:lnTo>
                  <a:lnTo>
                    <a:pt x="268351" y="3810"/>
                  </a:lnTo>
                  <a:lnTo>
                    <a:pt x="263271" y="3810"/>
                  </a:lnTo>
                  <a:lnTo>
                    <a:pt x="260985" y="4826"/>
                  </a:lnTo>
                  <a:lnTo>
                    <a:pt x="257048" y="8763"/>
                  </a:lnTo>
                  <a:lnTo>
                    <a:pt x="256032" y="11049"/>
                  </a:lnTo>
                  <a:lnTo>
                    <a:pt x="255905" y="16256"/>
                  </a:lnTo>
                  <a:lnTo>
                    <a:pt x="256794" y="18542"/>
                  </a:lnTo>
                  <a:lnTo>
                    <a:pt x="260731" y="22479"/>
                  </a:lnTo>
                  <a:lnTo>
                    <a:pt x="263017" y="23368"/>
                  </a:lnTo>
                  <a:lnTo>
                    <a:pt x="268224" y="23368"/>
                  </a:lnTo>
                  <a:lnTo>
                    <a:pt x="270217" y="22479"/>
                  </a:lnTo>
                  <a:lnTo>
                    <a:pt x="270383" y="22479"/>
                  </a:lnTo>
                  <a:lnTo>
                    <a:pt x="274320" y="18542"/>
                  </a:lnTo>
                  <a:lnTo>
                    <a:pt x="275399" y="16256"/>
                  </a:lnTo>
                  <a:lnTo>
                    <a:pt x="275463" y="11049"/>
                  </a:lnTo>
                  <a:close/>
                </a:path>
                <a:path w="626109" h="307975">
                  <a:moveTo>
                    <a:pt x="373253" y="243332"/>
                  </a:moveTo>
                  <a:lnTo>
                    <a:pt x="360299" y="216789"/>
                  </a:lnTo>
                  <a:lnTo>
                    <a:pt x="360299" y="252349"/>
                  </a:lnTo>
                  <a:lnTo>
                    <a:pt x="358140" y="258572"/>
                  </a:lnTo>
                  <a:lnTo>
                    <a:pt x="356108" y="264668"/>
                  </a:lnTo>
                  <a:lnTo>
                    <a:pt x="351790" y="270891"/>
                  </a:lnTo>
                  <a:lnTo>
                    <a:pt x="345567" y="277241"/>
                  </a:lnTo>
                  <a:lnTo>
                    <a:pt x="332994" y="289814"/>
                  </a:lnTo>
                  <a:lnTo>
                    <a:pt x="277101" y="233807"/>
                  </a:lnTo>
                  <a:lnTo>
                    <a:pt x="276860" y="233807"/>
                  </a:lnTo>
                  <a:lnTo>
                    <a:pt x="295783" y="214884"/>
                  </a:lnTo>
                  <a:lnTo>
                    <a:pt x="302006" y="210820"/>
                  </a:lnTo>
                  <a:lnTo>
                    <a:pt x="308102" y="208661"/>
                  </a:lnTo>
                  <a:lnTo>
                    <a:pt x="314325" y="206629"/>
                  </a:lnTo>
                  <a:lnTo>
                    <a:pt x="320776" y="206629"/>
                  </a:lnTo>
                  <a:lnTo>
                    <a:pt x="326644" y="208661"/>
                  </a:lnTo>
                  <a:lnTo>
                    <a:pt x="333248" y="210820"/>
                  </a:lnTo>
                  <a:lnTo>
                    <a:pt x="333044" y="210820"/>
                  </a:lnTo>
                  <a:lnTo>
                    <a:pt x="339090" y="214884"/>
                  </a:lnTo>
                  <a:lnTo>
                    <a:pt x="345313" y="221234"/>
                  </a:lnTo>
                  <a:lnTo>
                    <a:pt x="360299" y="252349"/>
                  </a:lnTo>
                  <a:lnTo>
                    <a:pt x="360299" y="216789"/>
                  </a:lnTo>
                  <a:lnTo>
                    <a:pt x="323469" y="193421"/>
                  </a:lnTo>
                  <a:lnTo>
                    <a:pt x="315341" y="193294"/>
                  </a:lnTo>
                  <a:lnTo>
                    <a:pt x="306882" y="195961"/>
                  </a:lnTo>
                  <a:lnTo>
                    <a:pt x="259207" y="235204"/>
                  </a:lnTo>
                  <a:lnTo>
                    <a:pt x="331470" y="307594"/>
                  </a:lnTo>
                  <a:lnTo>
                    <a:pt x="349148" y="289814"/>
                  </a:lnTo>
                  <a:lnTo>
                    <a:pt x="355727" y="283210"/>
                  </a:lnTo>
                  <a:lnTo>
                    <a:pt x="373253" y="251460"/>
                  </a:lnTo>
                  <a:lnTo>
                    <a:pt x="373253" y="243332"/>
                  </a:lnTo>
                  <a:close/>
                </a:path>
                <a:path w="626109" h="307975">
                  <a:moveTo>
                    <a:pt x="412242" y="226695"/>
                  </a:moveTo>
                  <a:lnTo>
                    <a:pt x="339979" y="154305"/>
                  </a:lnTo>
                  <a:lnTo>
                    <a:pt x="330327" y="164084"/>
                  </a:lnTo>
                  <a:lnTo>
                    <a:pt x="402590" y="236347"/>
                  </a:lnTo>
                  <a:lnTo>
                    <a:pt x="412242" y="226695"/>
                  </a:lnTo>
                  <a:close/>
                </a:path>
                <a:path w="626109" h="307975">
                  <a:moveTo>
                    <a:pt x="463169" y="175641"/>
                  </a:moveTo>
                  <a:lnTo>
                    <a:pt x="460971" y="170942"/>
                  </a:lnTo>
                  <a:lnTo>
                    <a:pt x="417195" y="77089"/>
                  </a:lnTo>
                  <a:lnTo>
                    <a:pt x="407035" y="87249"/>
                  </a:lnTo>
                  <a:lnTo>
                    <a:pt x="447421" y="170942"/>
                  </a:lnTo>
                  <a:lnTo>
                    <a:pt x="363982" y="130429"/>
                  </a:lnTo>
                  <a:lnTo>
                    <a:pt x="353695" y="140716"/>
                  </a:lnTo>
                  <a:lnTo>
                    <a:pt x="451866" y="186944"/>
                  </a:lnTo>
                  <a:lnTo>
                    <a:pt x="463169" y="175641"/>
                  </a:lnTo>
                  <a:close/>
                </a:path>
                <a:path w="626109" h="307975">
                  <a:moveTo>
                    <a:pt x="539242" y="99441"/>
                  </a:moveTo>
                  <a:lnTo>
                    <a:pt x="531114" y="91440"/>
                  </a:lnTo>
                  <a:lnTo>
                    <a:pt x="494665" y="127889"/>
                  </a:lnTo>
                  <a:lnTo>
                    <a:pt x="469519" y="102743"/>
                  </a:lnTo>
                  <a:lnTo>
                    <a:pt x="477481" y="94742"/>
                  </a:lnTo>
                  <a:lnTo>
                    <a:pt x="503047" y="69088"/>
                  </a:lnTo>
                  <a:lnTo>
                    <a:pt x="495173" y="61214"/>
                  </a:lnTo>
                  <a:lnTo>
                    <a:pt x="461645" y="94742"/>
                  </a:lnTo>
                  <a:lnTo>
                    <a:pt x="438658" y="71755"/>
                  </a:lnTo>
                  <a:lnTo>
                    <a:pt x="475107" y="35306"/>
                  </a:lnTo>
                  <a:lnTo>
                    <a:pt x="466979" y="27178"/>
                  </a:lnTo>
                  <a:lnTo>
                    <a:pt x="420878" y="73406"/>
                  </a:lnTo>
                  <a:lnTo>
                    <a:pt x="493141" y="145669"/>
                  </a:lnTo>
                  <a:lnTo>
                    <a:pt x="510870" y="127889"/>
                  </a:lnTo>
                  <a:lnTo>
                    <a:pt x="539242" y="99441"/>
                  </a:lnTo>
                  <a:close/>
                </a:path>
                <a:path w="626109" h="307975">
                  <a:moveTo>
                    <a:pt x="567563" y="65659"/>
                  </a:moveTo>
                  <a:lnTo>
                    <a:pt x="566648" y="63627"/>
                  </a:lnTo>
                  <a:lnTo>
                    <a:pt x="566547" y="63373"/>
                  </a:lnTo>
                  <a:lnTo>
                    <a:pt x="562737" y="59563"/>
                  </a:lnTo>
                  <a:lnTo>
                    <a:pt x="560451" y="58547"/>
                  </a:lnTo>
                  <a:lnTo>
                    <a:pt x="555371" y="58547"/>
                  </a:lnTo>
                  <a:lnTo>
                    <a:pt x="548005" y="71120"/>
                  </a:lnTo>
                  <a:lnTo>
                    <a:pt x="548792" y="73152"/>
                  </a:lnTo>
                  <a:lnTo>
                    <a:pt x="548894" y="73406"/>
                  </a:lnTo>
                  <a:lnTo>
                    <a:pt x="550926" y="75311"/>
                  </a:lnTo>
                  <a:lnTo>
                    <a:pt x="552831" y="77216"/>
                  </a:lnTo>
                  <a:lnTo>
                    <a:pt x="554990" y="78105"/>
                  </a:lnTo>
                  <a:lnTo>
                    <a:pt x="560324" y="78105"/>
                  </a:lnTo>
                  <a:lnTo>
                    <a:pt x="562317" y="77216"/>
                  </a:lnTo>
                  <a:lnTo>
                    <a:pt x="562483" y="77216"/>
                  </a:lnTo>
                  <a:lnTo>
                    <a:pt x="566547" y="73152"/>
                  </a:lnTo>
                  <a:lnTo>
                    <a:pt x="567448" y="71120"/>
                  </a:lnTo>
                  <a:lnTo>
                    <a:pt x="567563" y="65659"/>
                  </a:lnTo>
                  <a:close/>
                </a:path>
                <a:path w="626109" h="307975">
                  <a:moveTo>
                    <a:pt x="596773" y="36322"/>
                  </a:moveTo>
                  <a:lnTo>
                    <a:pt x="595807" y="34290"/>
                  </a:lnTo>
                  <a:lnTo>
                    <a:pt x="593979" y="32258"/>
                  </a:lnTo>
                  <a:lnTo>
                    <a:pt x="592074" y="30353"/>
                  </a:lnTo>
                  <a:lnTo>
                    <a:pt x="592264" y="30353"/>
                  </a:lnTo>
                  <a:lnTo>
                    <a:pt x="589661" y="29337"/>
                  </a:lnTo>
                  <a:lnTo>
                    <a:pt x="584581" y="29337"/>
                  </a:lnTo>
                  <a:lnTo>
                    <a:pt x="577215" y="41783"/>
                  </a:lnTo>
                  <a:lnTo>
                    <a:pt x="578002" y="43815"/>
                  </a:lnTo>
                  <a:lnTo>
                    <a:pt x="578104" y="44069"/>
                  </a:lnTo>
                  <a:lnTo>
                    <a:pt x="580136" y="45974"/>
                  </a:lnTo>
                  <a:lnTo>
                    <a:pt x="582041" y="47879"/>
                  </a:lnTo>
                  <a:lnTo>
                    <a:pt x="584327" y="48895"/>
                  </a:lnTo>
                  <a:lnTo>
                    <a:pt x="589534" y="48895"/>
                  </a:lnTo>
                  <a:lnTo>
                    <a:pt x="591820" y="47879"/>
                  </a:lnTo>
                  <a:lnTo>
                    <a:pt x="595884" y="43815"/>
                  </a:lnTo>
                  <a:lnTo>
                    <a:pt x="596671" y="41783"/>
                  </a:lnTo>
                  <a:lnTo>
                    <a:pt x="596773" y="36322"/>
                  </a:lnTo>
                  <a:close/>
                </a:path>
                <a:path w="626109" h="307975">
                  <a:moveTo>
                    <a:pt x="626110" y="12319"/>
                  </a:moveTo>
                  <a:lnTo>
                    <a:pt x="625983" y="9652"/>
                  </a:lnTo>
                  <a:lnTo>
                    <a:pt x="625983" y="7239"/>
                  </a:lnTo>
                  <a:lnTo>
                    <a:pt x="625132" y="4953"/>
                  </a:lnTo>
                  <a:lnTo>
                    <a:pt x="623189" y="2921"/>
                  </a:lnTo>
                  <a:lnTo>
                    <a:pt x="621157" y="1016"/>
                  </a:lnTo>
                  <a:lnTo>
                    <a:pt x="618998" y="0"/>
                  </a:lnTo>
                  <a:lnTo>
                    <a:pt x="613791" y="0"/>
                  </a:lnTo>
                  <a:lnTo>
                    <a:pt x="606425" y="12446"/>
                  </a:lnTo>
                  <a:lnTo>
                    <a:pt x="607441" y="14732"/>
                  </a:lnTo>
                  <a:lnTo>
                    <a:pt x="609346" y="16764"/>
                  </a:lnTo>
                  <a:lnTo>
                    <a:pt x="611251" y="18669"/>
                  </a:lnTo>
                  <a:lnTo>
                    <a:pt x="613537" y="19558"/>
                  </a:lnTo>
                  <a:lnTo>
                    <a:pt x="618744" y="19558"/>
                  </a:lnTo>
                  <a:lnTo>
                    <a:pt x="620852" y="18669"/>
                  </a:lnTo>
                  <a:lnTo>
                    <a:pt x="621030" y="18669"/>
                  </a:lnTo>
                  <a:lnTo>
                    <a:pt x="623062" y="16510"/>
                  </a:lnTo>
                  <a:lnTo>
                    <a:pt x="624954" y="14732"/>
                  </a:lnTo>
                  <a:lnTo>
                    <a:pt x="626046" y="12446"/>
                  </a:lnTo>
                  <a:lnTo>
                    <a:pt x="626110" y="123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367528" y="2608004"/>
              <a:ext cx="82550" cy="92075"/>
            </a:xfrm>
            <a:custGeom>
              <a:avLst/>
              <a:gdLst/>
              <a:ahLst/>
              <a:cxnLst/>
              <a:rect l="l" t="t" r="r" b="b"/>
              <a:pathLst>
                <a:path w="82550" h="92075">
                  <a:moveTo>
                    <a:pt x="82296" y="0"/>
                  </a:moveTo>
                  <a:lnTo>
                    <a:pt x="0" y="0"/>
                  </a:lnTo>
                  <a:lnTo>
                    <a:pt x="0" y="91507"/>
                  </a:lnTo>
                  <a:lnTo>
                    <a:pt x="82296" y="91507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829936" y="1019619"/>
            <a:ext cx="1886585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850" spc="60">
                <a:solidFill>
                  <a:srgbClr val="FFFFFF"/>
                </a:solidFill>
                <a:latin typeface="Calibri"/>
                <a:cs typeface="Calibri"/>
              </a:rPr>
              <a:t>Traslados</a:t>
            </a:r>
            <a:r>
              <a:rPr dirty="0" sz="185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por</a:t>
            </a:r>
            <a:r>
              <a:rPr dirty="0" sz="185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85">
                <a:solidFill>
                  <a:srgbClr val="FFFFFF"/>
                </a:solidFill>
                <a:latin typeface="Calibri"/>
                <a:cs typeface="Calibri"/>
              </a:rPr>
              <a:t>UAC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95797" y="2534729"/>
            <a:ext cx="73406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200" spc="45">
                <a:solidFill>
                  <a:srgbClr val="FFFFFF"/>
                </a:solidFill>
                <a:latin typeface="Calibri"/>
                <a:cs typeface="Calibri"/>
              </a:rPr>
              <a:t>UNIDADES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938527" y="951700"/>
            <a:ext cx="1801495" cy="915669"/>
          </a:xfrm>
          <a:custGeom>
            <a:avLst/>
            <a:gdLst/>
            <a:ahLst/>
            <a:cxnLst/>
            <a:rect l="l" t="t" r="r" b="b"/>
            <a:pathLst>
              <a:path w="1801495" h="915669">
                <a:moveTo>
                  <a:pt x="1801368" y="0"/>
                </a:moveTo>
                <a:lnTo>
                  <a:pt x="0" y="0"/>
                </a:lnTo>
                <a:lnTo>
                  <a:pt x="0" y="915073"/>
                </a:lnTo>
                <a:lnTo>
                  <a:pt x="1801368" y="915073"/>
                </a:lnTo>
                <a:lnTo>
                  <a:pt x="1801368" y="0"/>
                </a:lnTo>
                <a:close/>
              </a:path>
            </a:pathLst>
          </a:custGeom>
          <a:solidFill>
            <a:srgbClr val="2C7E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005583" y="978979"/>
            <a:ext cx="848994" cy="8210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33070" marR="5080" indent="-164465">
              <a:lnSpc>
                <a:spcPct val="100000"/>
              </a:lnSpc>
              <a:spcBef>
                <a:spcPts val="125"/>
              </a:spcBef>
            </a:pPr>
            <a:r>
              <a:rPr dirty="0" sz="1200" spc="-70">
                <a:latin typeface="Franklin Gothic Medium"/>
                <a:cs typeface="Franklin Gothic Medium"/>
              </a:rPr>
              <a:t>Fuerza</a:t>
            </a:r>
            <a:r>
              <a:rPr dirty="0" sz="1200" spc="35">
                <a:latin typeface="Franklin Gothic Medium"/>
                <a:cs typeface="Franklin Gothic Medium"/>
              </a:rPr>
              <a:t> </a:t>
            </a:r>
            <a:r>
              <a:rPr dirty="0" sz="1200" spc="-105">
                <a:latin typeface="Franklin Gothic Medium"/>
                <a:cs typeface="Franklin Gothic Medium"/>
              </a:rPr>
              <a:t>en</a:t>
            </a:r>
            <a:r>
              <a:rPr dirty="0" sz="1200" spc="-90">
                <a:latin typeface="Franklin Gothic Medium"/>
                <a:cs typeface="Franklin Gothic Medium"/>
              </a:rPr>
              <a:t> terreno</a:t>
            </a:r>
            <a:endParaRPr sz="1200">
              <a:latin typeface="Franklin Gothic Medium"/>
              <a:cs typeface="Franklin Gothic Medium"/>
            </a:endParaRPr>
          </a:p>
          <a:p>
            <a:pPr marL="12700">
              <a:lnSpc>
                <a:spcPts val="3350"/>
              </a:lnSpc>
            </a:pPr>
            <a:r>
              <a:rPr dirty="0" sz="2800" spc="-215" b="1">
                <a:latin typeface="Trebuchet MS"/>
                <a:cs typeface="Trebuchet MS"/>
              </a:rPr>
              <a:t>4.565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916551" y="1015746"/>
            <a:ext cx="669925" cy="769620"/>
            <a:chOff x="2916551" y="1015746"/>
            <a:chExt cx="669925" cy="769620"/>
          </a:xfrm>
        </p:grpSpPr>
        <p:sp>
          <p:nvSpPr>
            <p:cNvPr id="25" name="object 25"/>
            <p:cNvSpPr/>
            <p:nvPr/>
          </p:nvSpPr>
          <p:spPr>
            <a:xfrm>
              <a:off x="2916542" y="1015745"/>
              <a:ext cx="19685" cy="769620"/>
            </a:xfrm>
            <a:custGeom>
              <a:avLst/>
              <a:gdLst/>
              <a:ahLst/>
              <a:cxnLst/>
              <a:rect l="l" t="t" r="r" b="b"/>
              <a:pathLst>
                <a:path w="19685" h="769619">
                  <a:moveTo>
                    <a:pt x="19062" y="0"/>
                  </a:moveTo>
                  <a:lnTo>
                    <a:pt x="0" y="0"/>
                  </a:lnTo>
                  <a:lnTo>
                    <a:pt x="0" y="769620"/>
                  </a:lnTo>
                  <a:lnTo>
                    <a:pt x="19062" y="769620"/>
                  </a:lnTo>
                  <a:lnTo>
                    <a:pt x="19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025241" y="1030490"/>
              <a:ext cx="561340" cy="736600"/>
            </a:xfrm>
            <a:custGeom>
              <a:avLst/>
              <a:gdLst/>
              <a:ahLst/>
              <a:cxnLst/>
              <a:rect l="l" t="t" r="r" b="b"/>
              <a:pathLst>
                <a:path w="561339" h="736600">
                  <a:moveTo>
                    <a:pt x="271741" y="489712"/>
                  </a:moveTo>
                  <a:lnTo>
                    <a:pt x="191173" y="455612"/>
                  </a:lnTo>
                  <a:lnTo>
                    <a:pt x="148297" y="437464"/>
                  </a:lnTo>
                  <a:lnTo>
                    <a:pt x="148297" y="487083"/>
                  </a:lnTo>
                  <a:lnTo>
                    <a:pt x="126022" y="496887"/>
                  </a:lnTo>
                  <a:lnTo>
                    <a:pt x="104114" y="507466"/>
                  </a:lnTo>
                  <a:lnTo>
                    <a:pt x="82613" y="518795"/>
                  </a:lnTo>
                  <a:lnTo>
                    <a:pt x="61518" y="530860"/>
                  </a:lnTo>
                  <a:lnTo>
                    <a:pt x="43738" y="501256"/>
                  </a:lnTo>
                  <a:lnTo>
                    <a:pt x="65722" y="488670"/>
                  </a:lnTo>
                  <a:lnTo>
                    <a:pt x="88150" y="476859"/>
                  </a:lnTo>
                  <a:lnTo>
                    <a:pt x="110985" y="465836"/>
                  </a:lnTo>
                  <a:lnTo>
                    <a:pt x="134213" y="455612"/>
                  </a:lnTo>
                  <a:lnTo>
                    <a:pt x="148297" y="487083"/>
                  </a:lnTo>
                  <a:lnTo>
                    <a:pt x="148297" y="437464"/>
                  </a:lnTo>
                  <a:lnTo>
                    <a:pt x="120967" y="425894"/>
                  </a:lnTo>
                  <a:lnTo>
                    <a:pt x="97612" y="435267"/>
                  </a:lnTo>
                  <a:lnTo>
                    <a:pt x="75095" y="446379"/>
                  </a:lnTo>
                  <a:lnTo>
                    <a:pt x="33045" y="473608"/>
                  </a:lnTo>
                  <a:lnTo>
                    <a:pt x="2463" y="519899"/>
                  </a:lnTo>
                  <a:lnTo>
                    <a:pt x="0" y="538581"/>
                  </a:lnTo>
                  <a:lnTo>
                    <a:pt x="0" y="689432"/>
                  </a:lnTo>
                  <a:lnTo>
                    <a:pt x="40500" y="709218"/>
                  </a:lnTo>
                  <a:lnTo>
                    <a:pt x="86487" y="720775"/>
                  </a:lnTo>
                  <a:lnTo>
                    <a:pt x="142494" y="729157"/>
                  </a:lnTo>
                  <a:lnTo>
                    <a:pt x="205333" y="734402"/>
                  </a:lnTo>
                  <a:lnTo>
                    <a:pt x="271741" y="736485"/>
                  </a:lnTo>
                  <a:lnTo>
                    <a:pt x="271741" y="530860"/>
                  </a:lnTo>
                  <a:lnTo>
                    <a:pt x="271741" y="489712"/>
                  </a:lnTo>
                  <a:close/>
                </a:path>
                <a:path w="561339" h="736600">
                  <a:moveTo>
                    <a:pt x="474916" y="230200"/>
                  </a:moveTo>
                  <a:lnTo>
                    <a:pt x="463956" y="210121"/>
                  </a:lnTo>
                  <a:lnTo>
                    <a:pt x="461454" y="204139"/>
                  </a:lnTo>
                  <a:lnTo>
                    <a:pt x="461340" y="203847"/>
                  </a:lnTo>
                  <a:lnTo>
                    <a:pt x="457060" y="193573"/>
                  </a:lnTo>
                  <a:lnTo>
                    <a:pt x="452691" y="175666"/>
                  </a:lnTo>
                  <a:lnTo>
                    <a:pt x="449364" y="151574"/>
                  </a:lnTo>
                  <a:lnTo>
                    <a:pt x="449364" y="130886"/>
                  </a:lnTo>
                  <a:lnTo>
                    <a:pt x="441299" y="95846"/>
                  </a:lnTo>
                  <a:lnTo>
                    <a:pt x="418515" y="60718"/>
                  </a:lnTo>
                  <a:lnTo>
                    <a:pt x="385889" y="32435"/>
                  </a:lnTo>
                  <a:lnTo>
                    <a:pt x="385889" y="208254"/>
                  </a:lnTo>
                  <a:lnTo>
                    <a:pt x="385699" y="208254"/>
                  </a:lnTo>
                  <a:lnTo>
                    <a:pt x="385699" y="263918"/>
                  </a:lnTo>
                  <a:lnTo>
                    <a:pt x="377431" y="304012"/>
                  </a:lnTo>
                  <a:lnTo>
                    <a:pt x="354876" y="336753"/>
                  </a:lnTo>
                  <a:lnTo>
                    <a:pt x="321449" y="358825"/>
                  </a:lnTo>
                  <a:lnTo>
                    <a:pt x="280504" y="366915"/>
                  </a:lnTo>
                  <a:lnTo>
                    <a:pt x="239560" y="358825"/>
                  </a:lnTo>
                  <a:lnTo>
                    <a:pt x="206121" y="336753"/>
                  </a:lnTo>
                  <a:lnTo>
                    <a:pt x="183578" y="304012"/>
                  </a:lnTo>
                  <a:lnTo>
                    <a:pt x="175310" y="263918"/>
                  </a:lnTo>
                  <a:lnTo>
                    <a:pt x="175310" y="230200"/>
                  </a:lnTo>
                  <a:lnTo>
                    <a:pt x="175310" y="208254"/>
                  </a:lnTo>
                  <a:lnTo>
                    <a:pt x="181902" y="206349"/>
                  </a:lnTo>
                  <a:lnTo>
                    <a:pt x="188607" y="204965"/>
                  </a:lnTo>
                  <a:lnTo>
                    <a:pt x="195414" y="204139"/>
                  </a:lnTo>
                  <a:lnTo>
                    <a:pt x="202285" y="203847"/>
                  </a:lnTo>
                  <a:lnTo>
                    <a:pt x="358838" y="203847"/>
                  </a:lnTo>
                  <a:lnTo>
                    <a:pt x="365734" y="204139"/>
                  </a:lnTo>
                  <a:lnTo>
                    <a:pt x="372541" y="204965"/>
                  </a:lnTo>
                  <a:lnTo>
                    <a:pt x="379247" y="206349"/>
                  </a:lnTo>
                  <a:lnTo>
                    <a:pt x="385889" y="208254"/>
                  </a:lnTo>
                  <a:lnTo>
                    <a:pt x="385889" y="32435"/>
                  </a:lnTo>
                  <a:lnTo>
                    <a:pt x="383095" y="30010"/>
                  </a:lnTo>
                  <a:lnTo>
                    <a:pt x="337159" y="8255"/>
                  </a:lnTo>
                  <a:lnTo>
                    <a:pt x="282816" y="0"/>
                  </a:lnTo>
                  <a:lnTo>
                    <a:pt x="278257" y="0"/>
                  </a:lnTo>
                  <a:lnTo>
                    <a:pt x="223913" y="8255"/>
                  </a:lnTo>
                  <a:lnTo>
                    <a:pt x="177977" y="30010"/>
                  </a:lnTo>
                  <a:lnTo>
                    <a:pt x="142570" y="60718"/>
                  </a:lnTo>
                  <a:lnTo>
                    <a:pt x="119773" y="95846"/>
                  </a:lnTo>
                  <a:lnTo>
                    <a:pt x="111709" y="130886"/>
                  </a:lnTo>
                  <a:lnTo>
                    <a:pt x="111709" y="151574"/>
                  </a:lnTo>
                  <a:lnTo>
                    <a:pt x="106692" y="185915"/>
                  </a:lnTo>
                  <a:lnTo>
                    <a:pt x="98031" y="210489"/>
                  </a:lnTo>
                  <a:lnTo>
                    <a:pt x="89839" y="225259"/>
                  </a:lnTo>
                  <a:lnTo>
                    <a:pt x="86194" y="230200"/>
                  </a:lnTo>
                  <a:lnTo>
                    <a:pt x="99021" y="237515"/>
                  </a:lnTo>
                  <a:lnTo>
                    <a:pt x="113220" y="239953"/>
                  </a:lnTo>
                  <a:lnTo>
                    <a:pt x="127431" y="237515"/>
                  </a:lnTo>
                  <a:lnTo>
                    <a:pt x="140258" y="230200"/>
                  </a:lnTo>
                  <a:lnTo>
                    <a:pt x="140258" y="263918"/>
                  </a:lnTo>
                  <a:lnTo>
                    <a:pt x="143814" y="294576"/>
                  </a:lnTo>
                  <a:lnTo>
                    <a:pt x="154114" y="323329"/>
                  </a:lnTo>
                  <a:lnTo>
                    <a:pt x="170649" y="349161"/>
                  </a:lnTo>
                  <a:lnTo>
                    <a:pt x="188722" y="366915"/>
                  </a:lnTo>
                  <a:lnTo>
                    <a:pt x="192786" y="370992"/>
                  </a:lnTo>
                  <a:lnTo>
                    <a:pt x="192786" y="390258"/>
                  </a:lnTo>
                  <a:lnTo>
                    <a:pt x="176657" y="384086"/>
                  </a:lnTo>
                  <a:lnTo>
                    <a:pt x="140309" y="415061"/>
                  </a:lnTo>
                  <a:lnTo>
                    <a:pt x="271792" y="469912"/>
                  </a:lnTo>
                  <a:lnTo>
                    <a:pt x="271741" y="420624"/>
                  </a:lnTo>
                  <a:lnTo>
                    <a:pt x="226263" y="403161"/>
                  </a:lnTo>
                  <a:lnTo>
                    <a:pt x="227279" y="399542"/>
                  </a:lnTo>
                  <a:lnTo>
                    <a:pt x="227799" y="395782"/>
                  </a:lnTo>
                  <a:lnTo>
                    <a:pt x="227914" y="391147"/>
                  </a:lnTo>
                  <a:lnTo>
                    <a:pt x="253834" y="398741"/>
                  </a:lnTo>
                  <a:lnTo>
                    <a:pt x="280517" y="401269"/>
                  </a:lnTo>
                  <a:lnTo>
                    <a:pt x="307213" y="398741"/>
                  </a:lnTo>
                  <a:lnTo>
                    <a:pt x="333133" y="391147"/>
                  </a:lnTo>
                  <a:lnTo>
                    <a:pt x="333159" y="395782"/>
                  </a:lnTo>
                  <a:lnTo>
                    <a:pt x="333565" y="398741"/>
                  </a:lnTo>
                  <a:lnTo>
                    <a:pt x="333679" y="399542"/>
                  </a:lnTo>
                  <a:lnTo>
                    <a:pt x="334708" y="403161"/>
                  </a:lnTo>
                  <a:lnTo>
                    <a:pt x="289356" y="420624"/>
                  </a:lnTo>
                  <a:lnTo>
                    <a:pt x="289356" y="469912"/>
                  </a:lnTo>
                  <a:lnTo>
                    <a:pt x="420839" y="415061"/>
                  </a:lnTo>
                  <a:lnTo>
                    <a:pt x="392709" y="391147"/>
                  </a:lnTo>
                  <a:lnTo>
                    <a:pt x="391744" y="390321"/>
                  </a:lnTo>
                  <a:lnTo>
                    <a:pt x="384403" y="384086"/>
                  </a:lnTo>
                  <a:lnTo>
                    <a:pt x="368160" y="390321"/>
                  </a:lnTo>
                  <a:lnTo>
                    <a:pt x="368160" y="370992"/>
                  </a:lnTo>
                  <a:lnTo>
                    <a:pt x="406920" y="323329"/>
                  </a:lnTo>
                  <a:lnTo>
                    <a:pt x="420751" y="263918"/>
                  </a:lnTo>
                  <a:lnTo>
                    <a:pt x="420751" y="230200"/>
                  </a:lnTo>
                  <a:lnTo>
                    <a:pt x="421055" y="230200"/>
                  </a:lnTo>
                  <a:lnTo>
                    <a:pt x="433806" y="237515"/>
                  </a:lnTo>
                  <a:lnTo>
                    <a:pt x="434352" y="237515"/>
                  </a:lnTo>
                  <a:lnTo>
                    <a:pt x="447776" y="239852"/>
                  </a:lnTo>
                  <a:lnTo>
                    <a:pt x="461479" y="237515"/>
                  </a:lnTo>
                  <a:lnTo>
                    <a:pt x="461860" y="237515"/>
                  </a:lnTo>
                  <a:lnTo>
                    <a:pt x="474713" y="230200"/>
                  </a:lnTo>
                  <a:lnTo>
                    <a:pt x="474916" y="230200"/>
                  </a:lnTo>
                  <a:close/>
                </a:path>
                <a:path w="561339" h="736600">
                  <a:moveTo>
                    <a:pt x="561009" y="538264"/>
                  </a:moveTo>
                  <a:lnTo>
                    <a:pt x="560019" y="530860"/>
                  </a:lnTo>
                  <a:lnTo>
                    <a:pt x="558546" y="519747"/>
                  </a:lnTo>
                  <a:lnTo>
                    <a:pt x="552056" y="502437"/>
                  </a:lnTo>
                  <a:lnTo>
                    <a:pt x="541972" y="487083"/>
                  </a:lnTo>
                  <a:lnTo>
                    <a:pt x="541870" y="486918"/>
                  </a:lnTo>
                  <a:lnTo>
                    <a:pt x="528281" y="473837"/>
                  </a:lnTo>
                  <a:lnTo>
                    <a:pt x="516128" y="465277"/>
                  </a:lnTo>
                  <a:lnTo>
                    <a:pt x="516128" y="501256"/>
                  </a:lnTo>
                  <a:lnTo>
                    <a:pt x="498309" y="530860"/>
                  </a:lnTo>
                  <a:lnTo>
                    <a:pt x="477227" y="518795"/>
                  </a:lnTo>
                  <a:lnTo>
                    <a:pt x="455726" y="507466"/>
                  </a:lnTo>
                  <a:lnTo>
                    <a:pt x="433819" y="496887"/>
                  </a:lnTo>
                  <a:lnTo>
                    <a:pt x="411530" y="487083"/>
                  </a:lnTo>
                  <a:lnTo>
                    <a:pt x="425627" y="455637"/>
                  </a:lnTo>
                  <a:lnTo>
                    <a:pt x="448856" y="465861"/>
                  </a:lnTo>
                  <a:lnTo>
                    <a:pt x="471703" y="476872"/>
                  </a:lnTo>
                  <a:lnTo>
                    <a:pt x="494131" y="488670"/>
                  </a:lnTo>
                  <a:lnTo>
                    <a:pt x="516128" y="501256"/>
                  </a:lnTo>
                  <a:lnTo>
                    <a:pt x="516128" y="465277"/>
                  </a:lnTo>
                  <a:lnTo>
                    <a:pt x="463562" y="435330"/>
                  </a:lnTo>
                  <a:lnTo>
                    <a:pt x="440143" y="425907"/>
                  </a:lnTo>
                  <a:lnTo>
                    <a:pt x="289267" y="489712"/>
                  </a:lnTo>
                  <a:lnTo>
                    <a:pt x="289267" y="736536"/>
                  </a:lnTo>
                  <a:lnTo>
                    <a:pt x="357098" y="734568"/>
                  </a:lnTo>
                  <a:lnTo>
                    <a:pt x="420954" y="729335"/>
                  </a:lnTo>
                  <a:lnTo>
                    <a:pt x="477354" y="720826"/>
                  </a:lnTo>
                  <a:lnTo>
                    <a:pt x="522859" y="709028"/>
                  </a:lnTo>
                  <a:lnTo>
                    <a:pt x="561009" y="688784"/>
                  </a:lnTo>
                  <a:lnTo>
                    <a:pt x="561009" y="538264"/>
                  </a:lnTo>
                  <a:close/>
                </a:path>
              </a:pathLst>
            </a:custGeom>
            <a:solidFill>
              <a:srgbClr val="091D2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0" y="0"/>
            <a:ext cx="7773034" cy="861060"/>
            <a:chOff x="0" y="0"/>
            <a:chExt cx="7773034" cy="861060"/>
          </a:xfrm>
        </p:grpSpPr>
        <p:sp>
          <p:nvSpPr>
            <p:cNvPr id="28" name="object 28"/>
            <p:cNvSpPr/>
            <p:nvPr/>
          </p:nvSpPr>
          <p:spPr>
            <a:xfrm>
              <a:off x="0" y="0"/>
              <a:ext cx="2320290" cy="565150"/>
            </a:xfrm>
            <a:custGeom>
              <a:avLst/>
              <a:gdLst/>
              <a:ahLst/>
              <a:cxnLst/>
              <a:rect l="l" t="t" r="r" b="b"/>
              <a:pathLst>
                <a:path w="2320290" h="565150">
                  <a:moveTo>
                    <a:pt x="0" y="565023"/>
                  </a:moveTo>
                  <a:lnTo>
                    <a:pt x="2319776" y="565023"/>
                  </a:lnTo>
                  <a:lnTo>
                    <a:pt x="2319776" y="0"/>
                  </a:lnTo>
                  <a:lnTo>
                    <a:pt x="0" y="0"/>
                  </a:lnTo>
                  <a:lnTo>
                    <a:pt x="0" y="5650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357882" y="0"/>
              <a:ext cx="5414645" cy="861060"/>
            </a:xfrm>
            <a:custGeom>
              <a:avLst/>
              <a:gdLst/>
              <a:ahLst/>
              <a:cxnLst/>
              <a:rect l="l" t="t" r="r" b="b"/>
              <a:pathLst>
                <a:path w="5414645" h="861060">
                  <a:moveTo>
                    <a:pt x="5414530" y="0"/>
                  </a:moveTo>
                  <a:lnTo>
                    <a:pt x="4243438" y="0"/>
                  </a:lnTo>
                  <a:lnTo>
                    <a:pt x="0" y="0"/>
                  </a:lnTo>
                  <a:lnTo>
                    <a:pt x="0" y="860933"/>
                  </a:lnTo>
                  <a:lnTo>
                    <a:pt x="4243438" y="860933"/>
                  </a:lnTo>
                  <a:lnTo>
                    <a:pt x="5414518" y="860933"/>
                  </a:lnTo>
                  <a:lnTo>
                    <a:pt x="541453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0" y="564997"/>
              <a:ext cx="2320290" cy="296545"/>
            </a:xfrm>
            <a:custGeom>
              <a:avLst/>
              <a:gdLst/>
              <a:ahLst/>
              <a:cxnLst/>
              <a:rect l="l" t="t" r="r" b="b"/>
              <a:pathLst>
                <a:path w="2320290" h="296544">
                  <a:moveTo>
                    <a:pt x="0" y="295935"/>
                  </a:moveTo>
                  <a:lnTo>
                    <a:pt x="2319776" y="295935"/>
                  </a:lnTo>
                  <a:lnTo>
                    <a:pt x="2319776" y="0"/>
                  </a:lnTo>
                  <a:lnTo>
                    <a:pt x="0" y="0"/>
                  </a:lnTo>
                  <a:lnTo>
                    <a:pt x="0" y="295935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75"/>
              <a:t>OPERACIONES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737485" y="166751"/>
            <a:ext cx="347472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250" b="1">
                <a:latin typeface="Trebuchet MS"/>
                <a:cs typeface="Trebuchet MS"/>
              </a:rPr>
              <a:t>OPERACIONES</a:t>
            </a:r>
            <a:r>
              <a:rPr dirty="0" sz="2800" spc="-295" b="1">
                <a:latin typeface="Trebuchet MS"/>
                <a:cs typeface="Trebuchet MS"/>
              </a:rPr>
              <a:t> </a:t>
            </a:r>
            <a:r>
              <a:rPr dirty="0" sz="2800" spc="-265" b="1">
                <a:latin typeface="Trebuchet MS"/>
                <a:cs typeface="Trebuchet MS"/>
              </a:rPr>
              <a:t>EN</a:t>
            </a:r>
            <a:r>
              <a:rPr dirty="0" sz="2800" spc="-285" b="1">
                <a:latin typeface="Trebuchet MS"/>
                <a:cs typeface="Trebuchet MS"/>
              </a:rPr>
              <a:t> </a:t>
            </a:r>
            <a:r>
              <a:rPr dirty="0" sz="2800" spc="-180" b="1">
                <a:latin typeface="Trebuchet MS"/>
                <a:cs typeface="Trebuchet MS"/>
              </a:rPr>
              <a:t>CURSO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4728" y="570293"/>
            <a:ext cx="104902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05MAY2026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144" y="82308"/>
            <a:ext cx="7379334" cy="677545"/>
            <a:chOff x="9144" y="82308"/>
            <a:chExt cx="7379334" cy="677545"/>
          </a:xfrm>
        </p:grpSpPr>
        <p:pic>
          <p:nvPicPr>
            <p:cNvPr id="35" name="object 35" descr="Logotipo  Descripción generada automáticamente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75703" y="82308"/>
              <a:ext cx="612648" cy="67715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9144" y="164719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0"/>
                  </a:moveTo>
                  <a:lnTo>
                    <a:pt x="0" y="219582"/>
                  </a:lnTo>
                  <a:lnTo>
                    <a:pt x="219455" y="109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64812" y="2905885"/>
          <a:ext cx="7653655" cy="1493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5405"/>
                <a:gridCol w="1016634"/>
                <a:gridCol w="1346835"/>
                <a:gridCol w="1406525"/>
                <a:gridCol w="1579879"/>
                <a:gridCol w="881379"/>
              </a:tblGrid>
              <a:tr h="365760"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7.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4191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254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 spc="-1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UNIDADES</a:t>
                      </a:r>
                      <a:r>
                        <a:rPr dirty="0" sz="1800" spc="-14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8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EN</a:t>
                      </a:r>
                      <a:r>
                        <a:rPr dirty="0" sz="1800" spc="-229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TERRENO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2384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36703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ACTIVIDAD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13652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304800" marR="198120" indent="-9398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200" spc="-12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COMANDO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MATRIZ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200" spc="-25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UR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1365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48260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FECHAS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1365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473709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UBICACIÓN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1365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FUERZA</a:t>
                      </a:r>
                      <a:endParaRPr sz="12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13652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D2841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8" name="object 38"/>
          <p:cNvSpPr/>
          <p:nvPr/>
        </p:nvSpPr>
        <p:spPr>
          <a:xfrm>
            <a:off x="73152" y="951700"/>
            <a:ext cx="1792605" cy="915669"/>
          </a:xfrm>
          <a:custGeom>
            <a:avLst/>
            <a:gdLst/>
            <a:ahLst/>
            <a:cxnLst/>
            <a:rect l="l" t="t" r="r" b="b"/>
            <a:pathLst>
              <a:path w="1792605" h="915669">
                <a:moveTo>
                  <a:pt x="1792224" y="0"/>
                </a:moveTo>
                <a:lnTo>
                  <a:pt x="0" y="0"/>
                </a:lnTo>
                <a:lnTo>
                  <a:pt x="0" y="915073"/>
                </a:lnTo>
                <a:lnTo>
                  <a:pt x="1792224" y="915073"/>
                </a:lnTo>
                <a:lnTo>
                  <a:pt x="1792224" y="0"/>
                </a:lnTo>
                <a:close/>
              </a:path>
            </a:pathLst>
          </a:custGeom>
          <a:solidFill>
            <a:srgbClr val="8496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73152" y="978979"/>
            <a:ext cx="1792605" cy="8210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990600">
              <a:lnSpc>
                <a:spcPct val="100000"/>
              </a:lnSpc>
              <a:spcBef>
                <a:spcPts val="125"/>
              </a:spcBef>
            </a:pPr>
            <a:r>
              <a:rPr dirty="0" sz="1200" spc="-90">
                <a:latin typeface="Franklin Gothic Medium"/>
                <a:cs typeface="Franklin Gothic Medium"/>
              </a:rPr>
              <a:t>Unidades</a:t>
            </a:r>
            <a:r>
              <a:rPr dirty="0" sz="1200" spc="-5">
                <a:latin typeface="Franklin Gothic Medium"/>
                <a:cs typeface="Franklin Gothic Medium"/>
              </a:rPr>
              <a:t> </a:t>
            </a:r>
            <a:r>
              <a:rPr dirty="0" sz="1200" spc="-25">
                <a:latin typeface="Franklin Gothic Medium"/>
                <a:cs typeface="Franklin Gothic Medium"/>
              </a:rPr>
              <a:t>en</a:t>
            </a:r>
            <a:endParaRPr sz="1200">
              <a:latin typeface="Franklin Gothic Medium"/>
              <a:cs typeface="Franklin Gothic Medium"/>
            </a:endParaRPr>
          </a:p>
          <a:p>
            <a:pPr algn="r" marR="996315">
              <a:lnSpc>
                <a:spcPts val="1435"/>
              </a:lnSpc>
            </a:pPr>
            <a:r>
              <a:rPr dirty="0" sz="1200" spc="-10">
                <a:latin typeface="Franklin Gothic Medium"/>
                <a:cs typeface="Franklin Gothic Medium"/>
              </a:rPr>
              <a:t>terreno</a:t>
            </a:r>
            <a:endParaRPr sz="1200">
              <a:latin typeface="Franklin Gothic Medium"/>
              <a:cs typeface="Franklin Gothic Medium"/>
            </a:endParaRPr>
          </a:p>
          <a:p>
            <a:pPr marL="521334">
              <a:lnSpc>
                <a:spcPts val="3354"/>
              </a:lnSpc>
            </a:pPr>
            <a:r>
              <a:rPr dirty="0" sz="2800" spc="-500" b="1">
                <a:latin typeface="Trebuchet MS"/>
                <a:cs typeface="Trebuchet MS"/>
              </a:rPr>
              <a:t>xx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051175" y="988314"/>
            <a:ext cx="741045" cy="769620"/>
            <a:chOff x="1051175" y="988314"/>
            <a:chExt cx="741045" cy="769620"/>
          </a:xfrm>
        </p:grpSpPr>
        <p:sp>
          <p:nvSpPr>
            <p:cNvPr id="41" name="object 41"/>
            <p:cNvSpPr/>
            <p:nvPr/>
          </p:nvSpPr>
          <p:spPr>
            <a:xfrm>
              <a:off x="1060704" y="988314"/>
              <a:ext cx="0" cy="769620"/>
            </a:xfrm>
            <a:custGeom>
              <a:avLst/>
              <a:gdLst/>
              <a:ahLst/>
              <a:cxnLst/>
              <a:rect l="l" t="t" r="r" b="b"/>
              <a:pathLst>
                <a:path w="0" h="769619">
                  <a:moveTo>
                    <a:pt x="0" y="0"/>
                  </a:moveTo>
                  <a:lnTo>
                    <a:pt x="0" y="769620"/>
                  </a:lnTo>
                </a:path>
              </a:pathLst>
            </a:custGeom>
            <a:ln w="190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170432" y="1454911"/>
              <a:ext cx="622300" cy="146685"/>
            </a:xfrm>
            <a:custGeom>
              <a:avLst/>
              <a:gdLst/>
              <a:ahLst/>
              <a:cxnLst/>
              <a:rect l="l" t="t" r="r" b="b"/>
              <a:pathLst>
                <a:path w="622300" h="146684">
                  <a:moveTo>
                    <a:pt x="82296" y="0"/>
                  </a:moveTo>
                  <a:lnTo>
                    <a:pt x="0" y="0"/>
                  </a:lnTo>
                  <a:lnTo>
                    <a:pt x="0" y="100711"/>
                  </a:lnTo>
                  <a:lnTo>
                    <a:pt x="33934" y="100711"/>
                  </a:lnTo>
                  <a:lnTo>
                    <a:pt x="33934" y="83439"/>
                  </a:lnTo>
                  <a:lnTo>
                    <a:pt x="35255" y="76454"/>
                  </a:lnTo>
                  <a:lnTo>
                    <a:pt x="36576" y="67691"/>
                  </a:lnTo>
                  <a:lnTo>
                    <a:pt x="39204" y="60833"/>
                  </a:lnTo>
                  <a:lnTo>
                    <a:pt x="41783" y="52197"/>
                  </a:lnTo>
                  <a:lnTo>
                    <a:pt x="48831" y="35991"/>
                  </a:lnTo>
                  <a:lnTo>
                    <a:pt x="58102" y="21577"/>
                  </a:lnTo>
                  <a:lnTo>
                    <a:pt x="69329" y="9436"/>
                  </a:lnTo>
                  <a:lnTo>
                    <a:pt x="82296" y="0"/>
                  </a:lnTo>
                  <a:close/>
                </a:path>
                <a:path w="622300" h="146684">
                  <a:moveTo>
                    <a:pt x="155448" y="82931"/>
                  </a:moveTo>
                  <a:lnTo>
                    <a:pt x="153924" y="82931"/>
                  </a:lnTo>
                  <a:lnTo>
                    <a:pt x="153924" y="76073"/>
                  </a:lnTo>
                  <a:lnTo>
                    <a:pt x="152527" y="74422"/>
                  </a:lnTo>
                  <a:lnTo>
                    <a:pt x="152527" y="70993"/>
                  </a:lnTo>
                  <a:lnTo>
                    <a:pt x="151257" y="69342"/>
                  </a:lnTo>
                  <a:lnTo>
                    <a:pt x="151257" y="65786"/>
                  </a:lnTo>
                  <a:lnTo>
                    <a:pt x="149733" y="65786"/>
                  </a:lnTo>
                  <a:lnTo>
                    <a:pt x="149733" y="64135"/>
                  </a:lnTo>
                  <a:lnTo>
                    <a:pt x="148336" y="62357"/>
                  </a:lnTo>
                  <a:lnTo>
                    <a:pt x="148336" y="60706"/>
                  </a:lnTo>
                  <a:lnTo>
                    <a:pt x="146939" y="60706"/>
                  </a:lnTo>
                  <a:lnTo>
                    <a:pt x="146939" y="58928"/>
                  </a:lnTo>
                  <a:lnTo>
                    <a:pt x="145542" y="58928"/>
                  </a:lnTo>
                  <a:lnTo>
                    <a:pt x="145542" y="57277"/>
                  </a:lnTo>
                  <a:lnTo>
                    <a:pt x="144145" y="55499"/>
                  </a:lnTo>
                  <a:lnTo>
                    <a:pt x="141351" y="52197"/>
                  </a:lnTo>
                  <a:lnTo>
                    <a:pt x="138557" y="48641"/>
                  </a:lnTo>
                  <a:lnTo>
                    <a:pt x="137160" y="48641"/>
                  </a:lnTo>
                  <a:lnTo>
                    <a:pt x="137160" y="46990"/>
                  </a:lnTo>
                  <a:lnTo>
                    <a:pt x="135763" y="46990"/>
                  </a:lnTo>
                  <a:lnTo>
                    <a:pt x="135763" y="45212"/>
                  </a:lnTo>
                  <a:lnTo>
                    <a:pt x="134366" y="45212"/>
                  </a:lnTo>
                  <a:lnTo>
                    <a:pt x="132842" y="43561"/>
                  </a:lnTo>
                  <a:lnTo>
                    <a:pt x="131445" y="43561"/>
                  </a:lnTo>
                  <a:lnTo>
                    <a:pt x="130048" y="41910"/>
                  </a:lnTo>
                  <a:lnTo>
                    <a:pt x="128651" y="41910"/>
                  </a:lnTo>
                  <a:lnTo>
                    <a:pt x="127254" y="40132"/>
                  </a:lnTo>
                  <a:lnTo>
                    <a:pt x="124460" y="40132"/>
                  </a:lnTo>
                  <a:lnTo>
                    <a:pt x="124460" y="38354"/>
                  </a:lnTo>
                  <a:lnTo>
                    <a:pt x="120269" y="38354"/>
                  </a:lnTo>
                  <a:lnTo>
                    <a:pt x="118872" y="36703"/>
                  </a:lnTo>
                  <a:lnTo>
                    <a:pt x="99187" y="36703"/>
                  </a:lnTo>
                  <a:lnTo>
                    <a:pt x="99187" y="38354"/>
                  </a:lnTo>
                  <a:lnTo>
                    <a:pt x="94945" y="38354"/>
                  </a:lnTo>
                  <a:lnTo>
                    <a:pt x="93522" y="40132"/>
                  </a:lnTo>
                  <a:lnTo>
                    <a:pt x="90754" y="40132"/>
                  </a:lnTo>
                  <a:lnTo>
                    <a:pt x="90754" y="41910"/>
                  </a:lnTo>
                  <a:lnTo>
                    <a:pt x="87922" y="41910"/>
                  </a:lnTo>
                  <a:lnTo>
                    <a:pt x="86499" y="43561"/>
                  </a:lnTo>
                  <a:lnTo>
                    <a:pt x="85077" y="43561"/>
                  </a:lnTo>
                  <a:lnTo>
                    <a:pt x="85077" y="45212"/>
                  </a:lnTo>
                  <a:lnTo>
                    <a:pt x="83718" y="45212"/>
                  </a:lnTo>
                  <a:lnTo>
                    <a:pt x="82308" y="46990"/>
                  </a:lnTo>
                  <a:lnTo>
                    <a:pt x="80886" y="46990"/>
                  </a:lnTo>
                  <a:lnTo>
                    <a:pt x="80886" y="48641"/>
                  </a:lnTo>
                  <a:lnTo>
                    <a:pt x="79476" y="48641"/>
                  </a:lnTo>
                  <a:lnTo>
                    <a:pt x="79476" y="50419"/>
                  </a:lnTo>
                  <a:lnTo>
                    <a:pt x="78054" y="50419"/>
                  </a:lnTo>
                  <a:lnTo>
                    <a:pt x="78054" y="52197"/>
                  </a:lnTo>
                  <a:lnTo>
                    <a:pt x="76695" y="52197"/>
                  </a:lnTo>
                  <a:lnTo>
                    <a:pt x="75285" y="53848"/>
                  </a:lnTo>
                  <a:lnTo>
                    <a:pt x="75285" y="55499"/>
                  </a:lnTo>
                  <a:lnTo>
                    <a:pt x="73863" y="55499"/>
                  </a:lnTo>
                  <a:lnTo>
                    <a:pt x="73863" y="57277"/>
                  </a:lnTo>
                  <a:lnTo>
                    <a:pt x="72453" y="57277"/>
                  </a:lnTo>
                  <a:lnTo>
                    <a:pt x="72453" y="58928"/>
                  </a:lnTo>
                  <a:lnTo>
                    <a:pt x="71031" y="58928"/>
                  </a:lnTo>
                  <a:lnTo>
                    <a:pt x="71031" y="62357"/>
                  </a:lnTo>
                  <a:lnTo>
                    <a:pt x="69621" y="62357"/>
                  </a:lnTo>
                  <a:lnTo>
                    <a:pt x="69621" y="64135"/>
                  </a:lnTo>
                  <a:lnTo>
                    <a:pt x="68262" y="65786"/>
                  </a:lnTo>
                  <a:lnTo>
                    <a:pt x="68262" y="67564"/>
                  </a:lnTo>
                  <a:lnTo>
                    <a:pt x="66840" y="69342"/>
                  </a:lnTo>
                  <a:lnTo>
                    <a:pt x="66840" y="72644"/>
                  </a:lnTo>
                  <a:lnTo>
                    <a:pt x="65430" y="72644"/>
                  </a:lnTo>
                  <a:lnTo>
                    <a:pt x="65430" y="79629"/>
                  </a:lnTo>
                  <a:lnTo>
                    <a:pt x="64008" y="79629"/>
                  </a:lnTo>
                  <a:lnTo>
                    <a:pt x="64008" y="101854"/>
                  </a:lnTo>
                  <a:lnTo>
                    <a:pt x="65430" y="101854"/>
                  </a:lnTo>
                  <a:lnTo>
                    <a:pt x="65430" y="108712"/>
                  </a:lnTo>
                  <a:lnTo>
                    <a:pt x="66840" y="110363"/>
                  </a:lnTo>
                  <a:lnTo>
                    <a:pt x="66840" y="112141"/>
                  </a:lnTo>
                  <a:lnTo>
                    <a:pt x="68262" y="113919"/>
                  </a:lnTo>
                  <a:lnTo>
                    <a:pt x="68262" y="117348"/>
                  </a:lnTo>
                  <a:lnTo>
                    <a:pt x="69621" y="117348"/>
                  </a:lnTo>
                  <a:lnTo>
                    <a:pt x="69621" y="120650"/>
                  </a:lnTo>
                  <a:lnTo>
                    <a:pt x="71031" y="120650"/>
                  </a:lnTo>
                  <a:lnTo>
                    <a:pt x="71031" y="122428"/>
                  </a:lnTo>
                  <a:lnTo>
                    <a:pt x="72453" y="122428"/>
                  </a:lnTo>
                  <a:lnTo>
                    <a:pt x="72453" y="124206"/>
                  </a:lnTo>
                  <a:lnTo>
                    <a:pt x="73863" y="125857"/>
                  </a:lnTo>
                  <a:lnTo>
                    <a:pt x="73863" y="127508"/>
                  </a:lnTo>
                  <a:lnTo>
                    <a:pt x="75285" y="127508"/>
                  </a:lnTo>
                  <a:lnTo>
                    <a:pt x="75285" y="129286"/>
                  </a:lnTo>
                  <a:lnTo>
                    <a:pt x="76695" y="129286"/>
                  </a:lnTo>
                  <a:lnTo>
                    <a:pt x="76695" y="130937"/>
                  </a:lnTo>
                  <a:lnTo>
                    <a:pt x="78054" y="130937"/>
                  </a:lnTo>
                  <a:lnTo>
                    <a:pt x="78054" y="132715"/>
                  </a:lnTo>
                  <a:lnTo>
                    <a:pt x="79476" y="132715"/>
                  </a:lnTo>
                  <a:lnTo>
                    <a:pt x="79476" y="134493"/>
                  </a:lnTo>
                  <a:lnTo>
                    <a:pt x="80886" y="134493"/>
                  </a:lnTo>
                  <a:lnTo>
                    <a:pt x="82308" y="136144"/>
                  </a:lnTo>
                  <a:lnTo>
                    <a:pt x="83718" y="136144"/>
                  </a:lnTo>
                  <a:lnTo>
                    <a:pt x="83718" y="137795"/>
                  </a:lnTo>
                  <a:lnTo>
                    <a:pt x="85077" y="137795"/>
                  </a:lnTo>
                  <a:lnTo>
                    <a:pt x="85077" y="139573"/>
                  </a:lnTo>
                  <a:lnTo>
                    <a:pt x="87922" y="139573"/>
                  </a:lnTo>
                  <a:lnTo>
                    <a:pt x="89331" y="141351"/>
                  </a:lnTo>
                  <a:lnTo>
                    <a:pt x="90754" y="143002"/>
                  </a:lnTo>
                  <a:lnTo>
                    <a:pt x="93522" y="143002"/>
                  </a:lnTo>
                  <a:lnTo>
                    <a:pt x="94945" y="144780"/>
                  </a:lnTo>
                  <a:lnTo>
                    <a:pt x="97777" y="144780"/>
                  </a:lnTo>
                  <a:lnTo>
                    <a:pt x="100584" y="146431"/>
                  </a:lnTo>
                  <a:lnTo>
                    <a:pt x="120269" y="146431"/>
                  </a:lnTo>
                  <a:lnTo>
                    <a:pt x="120269" y="144780"/>
                  </a:lnTo>
                  <a:lnTo>
                    <a:pt x="124460" y="144780"/>
                  </a:lnTo>
                  <a:lnTo>
                    <a:pt x="124460" y="143002"/>
                  </a:lnTo>
                  <a:lnTo>
                    <a:pt x="127254" y="143002"/>
                  </a:lnTo>
                  <a:lnTo>
                    <a:pt x="128651" y="141351"/>
                  </a:lnTo>
                  <a:lnTo>
                    <a:pt x="131445" y="141351"/>
                  </a:lnTo>
                  <a:lnTo>
                    <a:pt x="131445" y="139573"/>
                  </a:lnTo>
                  <a:lnTo>
                    <a:pt x="132842" y="139573"/>
                  </a:lnTo>
                  <a:lnTo>
                    <a:pt x="134366" y="137795"/>
                  </a:lnTo>
                  <a:lnTo>
                    <a:pt x="135763" y="137795"/>
                  </a:lnTo>
                  <a:lnTo>
                    <a:pt x="138557" y="134493"/>
                  </a:lnTo>
                  <a:lnTo>
                    <a:pt x="139954" y="134493"/>
                  </a:lnTo>
                  <a:lnTo>
                    <a:pt x="139954" y="132715"/>
                  </a:lnTo>
                  <a:lnTo>
                    <a:pt x="141351" y="132715"/>
                  </a:lnTo>
                  <a:lnTo>
                    <a:pt x="141351" y="130937"/>
                  </a:lnTo>
                  <a:lnTo>
                    <a:pt x="142748" y="130937"/>
                  </a:lnTo>
                  <a:lnTo>
                    <a:pt x="142748" y="129286"/>
                  </a:lnTo>
                  <a:lnTo>
                    <a:pt x="144145" y="129286"/>
                  </a:lnTo>
                  <a:lnTo>
                    <a:pt x="144145" y="127508"/>
                  </a:lnTo>
                  <a:lnTo>
                    <a:pt x="145542" y="127508"/>
                  </a:lnTo>
                  <a:lnTo>
                    <a:pt x="145542" y="125857"/>
                  </a:lnTo>
                  <a:lnTo>
                    <a:pt x="146939" y="125857"/>
                  </a:lnTo>
                  <a:lnTo>
                    <a:pt x="146939" y="124206"/>
                  </a:lnTo>
                  <a:lnTo>
                    <a:pt x="148336" y="122428"/>
                  </a:lnTo>
                  <a:lnTo>
                    <a:pt x="148336" y="120650"/>
                  </a:lnTo>
                  <a:lnTo>
                    <a:pt x="149733" y="118999"/>
                  </a:lnTo>
                  <a:lnTo>
                    <a:pt x="151257" y="117348"/>
                  </a:lnTo>
                  <a:lnTo>
                    <a:pt x="151257" y="115570"/>
                  </a:lnTo>
                  <a:lnTo>
                    <a:pt x="152527" y="113919"/>
                  </a:lnTo>
                  <a:lnTo>
                    <a:pt x="152527" y="110363"/>
                  </a:lnTo>
                  <a:lnTo>
                    <a:pt x="153924" y="108712"/>
                  </a:lnTo>
                  <a:lnTo>
                    <a:pt x="153924" y="105283"/>
                  </a:lnTo>
                  <a:lnTo>
                    <a:pt x="155448" y="103505"/>
                  </a:lnTo>
                  <a:lnTo>
                    <a:pt x="155448" y="82931"/>
                  </a:lnTo>
                  <a:close/>
                </a:path>
                <a:path w="622300" h="146684">
                  <a:moveTo>
                    <a:pt x="329184" y="0"/>
                  </a:moveTo>
                  <a:lnTo>
                    <a:pt x="137160" y="0"/>
                  </a:lnTo>
                  <a:lnTo>
                    <a:pt x="150190" y="9436"/>
                  </a:lnTo>
                  <a:lnTo>
                    <a:pt x="161493" y="21577"/>
                  </a:lnTo>
                  <a:lnTo>
                    <a:pt x="170815" y="35991"/>
                  </a:lnTo>
                  <a:lnTo>
                    <a:pt x="177927" y="52197"/>
                  </a:lnTo>
                  <a:lnTo>
                    <a:pt x="180594" y="60833"/>
                  </a:lnTo>
                  <a:lnTo>
                    <a:pt x="183261" y="67691"/>
                  </a:lnTo>
                  <a:lnTo>
                    <a:pt x="184531" y="76454"/>
                  </a:lnTo>
                  <a:lnTo>
                    <a:pt x="185801" y="83439"/>
                  </a:lnTo>
                  <a:lnTo>
                    <a:pt x="185801" y="100711"/>
                  </a:lnTo>
                  <a:lnTo>
                    <a:pt x="280543" y="100711"/>
                  </a:lnTo>
                  <a:lnTo>
                    <a:pt x="280543" y="83439"/>
                  </a:lnTo>
                  <a:lnTo>
                    <a:pt x="281813" y="76454"/>
                  </a:lnTo>
                  <a:lnTo>
                    <a:pt x="283083" y="67691"/>
                  </a:lnTo>
                  <a:lnTo>
                    <a:pt x="285750" y="60833"/>
                  </a:lnTo>
                  <a:lnTo>
                    <a:pt x="288417" y="52197"/>
                  </a:lnTo>
                  <a:lnTo>
                    <a:pt x="295516" y="35991"/>
                  </a:lnTo>
                  <a:lnTo>
                    <a:pt x="304838" y="21577"/>
                  </a:lnTo>
                  <a:lnTo>
                    <a:pt x="316141" y="9436"/>
                  </a:lnTo>
                  <a:lnTo>
                    <a:pt x="329184" y="0"/>
                  </a:lnTo>
                  <a:close/>
                </a:path>
                <a:path w="622300" h="146684">
                  <a:moveTo>
                    <a:pt x="402336" y="88265"/>
                  </a:moveTo>
                  <a:lnTo>
                    <a:pt x="401066" y="88265"/>
                  </a:lnTo>
                  <a:lnTo>
                    <a:pt x="401066" y="82042"/>
                  </a:lnTo>
                  <a:lnTo>
                    <a:pt x="399796" y="80391"/>
                  </a:lnTo>
                  <a:lnTo>
                    <a:pt x="399796" y="74168"/>
                  </a:lnTo>
                  <a:lnTo>
                    <a:pt x="398526" y="74168"/>
                  </a:lnTo>
                  <a:lnTo>
                    <a:pt x="398526" y="72517"/>
                  </a:lnTo>
                  <a:lnTo>
                    <a:pt x="397256" y="70993"/>
                  </a:lnTo>
                  <a:lnTo>
                    <a:pt x="397256" y="69342"/>
                  </a:lnTo>
                  <a:lnTo>
                    <a:pt x="396113" y="69342"/>
                  </a:lnTo>
                  <a:lnTo>
                    <a:pt x="396113" y="67818"/>
                  </a:lnTo>
                  <a:lnTo>
                    <a:pt x="394843" y="66294"/>
                  </a:lnTo>
                  <a:lnTo>
                    <a:pt x="393573" y="64643"/>
                  </a:lnTo>
                  <a:lnTo>
                    <a:pt x="393573" y="63119"/>
                  </a:lnTo>
                  <a:lnTo>
                    <a:pt x="392303" y="63119"/>
                  </a:lnTo>
                  <a:lnTo>
                    <a:pt x="392303" y="61468"/>
                  </a:lnTo>
                  <a:lnTo>
                    <a:pt x="391033" y="59944"/>
                  </a:lnTo>
                  <a:lnTo>
                    <a:pt x="389890" y="59944"/>
                  </a:lnTo>
                  <a:lnTo>
                    <a:pt x="389890" y="58420"/>
                  </a:lnTo>
                  <a:lnTo>
                    <a:pt x="388620" y="58420"/>
                  </a:lnTo>
                  <a:lnTo>
                    <a:pt x="388620" y="56896"/>
                  </a:lnTo>
                  <a:lnTo>
                    <a:pt x="387350" y="56896"/>
                  </a:lnTo>
                  <a:lnTo>
                    <a:pt x="386080" y="55245"/>
                  </a:lnTo>
                  <a:lnTo>
                    <a:pt x="384810" y="55245"/>
                  </a:lnTo>
                  <a:lnTo>
                    <a:pt x="384810" y="53721"/>
                  </a:lnTo>
                  <a:lnTo>
                    <a:pt x="383667" y="53721"/>
                  </a:lnTo>
                  <a:lnTo>
                    <a:pt x="383667" y="52070"/>
                  </a:lnTo>
                  <a:lnTo>
                    <a:pt x="381127" y="52070"/>
                  </a:lnTo>
                  <a:lnTo>
                    <a:pt x="381127" y="50546"/>
                  </a:lnTo>
                  <a:lnTo>
                    <a:pt x="378587" y="50546"/>
                  </a:lnTo>
                  <a:lnTo>
                    <a:pt x="378587" y="49022"/>
                  </a:lnTo>
                  <a:lnTo>
                    <a:pt x="374904" y="49022"/>
                  </a:lnTo>
                  <a:lnTo>
                    <a:pt x="373634" y="47371"/>
                  </a:lnTo>
                  <a:lnTo>
                    <a:pt x="371094" y="47371"/>
                  </a:lnTo>
                  <a:lnTo>
                    <a:pt x="371094" y="45847"/>
                  </a:lnTo>
                  <a:lnTo>
                    <a:pt x="351282" y="45847"/>
                  </a:lnTo>
                  <a:lnTo>
                    <a:pt x="351282" y="47371"/>
                  </a:lnTo>
                  <a:lnTo>
                    <a:pt x="347472" y="47371"/>
                  </a:lnTo>
                  <a:lnTo>
                    <a:pt x="346202" y="49022"/>
                  </a:lnTo>
                  <a:lnTo>
                    <a:pt x="345059" y="49022"/>
                  </a:lnTo>
                  <a:lnTo>
                    <a:pt x="343789" y="50546"/>
                  </a:lnTo>
                  <a:lnTo>
                    <a:pt x="341249" y="50546"/>
                  </a:lnTo>
                  <a:lnTo>
                    <a:pt x="341249" y="52070"/>
                  </a:lnTo>
                  <a:lnTo>
                    <a:pt x="338709" y="52070"/>
                  </a:lnTo>
                  <a:lnTo>
                    <a:pt x="338709" y="53721"/>
                  </a:lnTo>
                  <a:lnTo>
                    <a:pt x="337566" y="53721"/>
                  </a:lnTo>
                  <a:lnTo>
                    <a:pt x="336296" y="55245"/>
                  </a:lnTo>
                  <a:lnTo>
                    <a:pt x="335026" y="55245"/>
                  </a:lnTo>
                  <a:lnTo>
                    <a:pt x="335026" y="56896"/>
                  </a:lnTo>
                  <a:lnTo>
                    <a:pt x="333756" y="56896"/>
                  </a:lnTo>
                  <a:lnTo>
                    <a:pt x="333756" y="58420"/>
                  </a:lnTo>
                  <a:lnTo>
                    <a:pt x="332486" y="58420"/>
                  </a:lnTo>
                  <a:lnTo>
                    <a:pt x="332486" y="59944"/>
                  </a:lnTo>
                  <a:lnTo>
                    <a:pt x="331343" y="61468"/>
                  </a:lnTo>
                  <a:lnTo>
                    <a:pt x="330073" y="61468"/>
                  </a:lnTo>
                  <a:lnTo>
                    <a:pt x="330073" y="63119"/>
                  </a:lnTo>
                  <a:lnTo>
                    <a:pt x="328803" y="64643"/>
                  </a:lnTo>
                  <a:lnTo>
                    <a:pt x="327533" y="66294"/>
                  </a:lnTo>
                  <a:lnTo>
                    <a:pt x="327533" y="67818"/>
                  </a:lnTo>
                  <a:lnTo>
                    <a:pt x="326263" y="67818"/>
                  </a:lnTo>
                  <a:lnTo>
                    <a:pt x="326263" y="69342"/>
                  </a:lnTo>
                  <a:lnTo>
                    <a:pt x="325120" y="70993"/>
                  </a:lnTo>
                  <a:lnTo>
                    <a:pt x="325120" y="72517"/>
                  </a:lnTo>
                  <a:lnTo>
                    <a:pt x="323850" y="72517"/>
                  </a:lnTo>
                  <a:lnTo>
                    <a:pt x="323850" y="75692"/>
                  </a:lnTo>
                  <a:lnTo>
                    <a:pt x="322580" y="77216"/>
                  </a:lnTo>
                  <a:lnTo>
                    <a:pt x="322580" y="80391"/>
                  </a:lnTo>
                  <a:lnTo>
                    <a:pt x="321310" y="82042"/>
                  </a:lnTo>
                  <a:lnTo>
                    <a:pt x="321310" y="91440"/>
                  </a:lnTo>
                  <a:lnTo>
                    <a:pt x="320040" y="92964"/>
                  </a:lnTo>
                  <a:lnTo>
                    <a:pt x="320040" y="99314"/>
                  </a:lnTo>
                  <a:lnTo>
                    <a:pt x="321310" y="100838"/>
                  </a:lnTo>
                  <a:lnTo>
                    <a:pt x="321310" y="108712"/>
                  </a:lnTo>
                  <a:lnTo>
                    <a:pt x="322580" y="108712"/>
                  </a:lnTo>
                  <a:lnTo>
                    <a:pt x="322580" y="113411"/>
                  </a:lnTo>
                  <a:lnTo>
                    <a:pt x="323850" y="113411"/>
                  </a:lnTo>
                  <a:lnTo>
                    <a:pt x="323850" y="116586"/>
                  </a:lnTo>
                  <a:lnTo>
                    <a:pt x="325120" y="116586"/>
                  </a:lnTo>
                  <a:lnTo>
                    <a:pt x="325120" y="119634"/>
                  </a:lnTo>
                  <a:lnTo>
                    <a:pt x="326263" y="121285"/>
                  </a:lnTo>
                  <a:lnTo>
                    <a:pt x="326263" y="122809"/>
                  </a:lnTo>
                  <a:lnTo>
                    <a:pt x="327533" y="122809"/>
                  </a:lnTo>
                  <a:lnTo>
                    <a:pt x="327533" y="124460"/>
                  </a:lnTo>
                  <a:lnTo>
                    <a:pt x="328803" y="125984"/>
                  </a:lnTo>
                  <a:lnTo>
                    <a:pt x="328803" y="127508"/>
                  </a:lnTo>
                  <a:lnTo>
                    <a:pt x="330073" y="127508"/>
                  </a:lnTo>
                  <a:lnTo>
                    <a:pt x="330073" y="129159"/>
                  </a:lnTo>
                  <a:lnTo>
                    <a:pt x="331343" y="129159"/>
                  </a:lnTo>
                  <a:lnTo>
                    <a:pt x="331343" y="130683"/>
                  </a:lnTo>
                  <a:lnTo>
                    <a:pt x="332486" y="130683"/>
                  </a:lnTo>
                  <a:lnTo>
                    <a:pt x="332486" y="132334"/>
                  </a:lnTo>
                  <a:lnTo>
                    <a:pt x="333756" y="132334"/>
                  </a:lnTo>
                  <a:lnTo>
                    <a:pt x="333756" y="133858"/>
                  </a:lnTo>
                  <a:lnTo>
                    <a:pt x="335026" y="133858"/>
                  </a:lnTo>
                  <a:lnTo>
                    <a:pt x="335026" y="135382"/>
                  </a:lnTo>
                  <a:lnTo>
                    <a:pt x="336296" y="135382"/>
                  </a:lnTo>
                  <a:lnTo>
                    <a:pt x="336296" y="137033"/>
                  </a:lnTo>
                  <a:lnTo>
                    <a:pt x="338709" y="137033"/>
                  </a:lnTo>
                  <a:lnTo>
                    <a:pt x="338709" y="138557"/>
                  </a:lnTo>
                  <a:lnTo>
                    <a:pt x="339979" y="138557"/>
                  </a:lnTo>
                  <a:lnTo>
                    <a:pt x="341249" y="140081"/>
                  </a:lnTo>
                  <a:lnTo>
                    <a:pt x="342519" y="140081"/>
                  </a:lnTo>
                  <a:lnTo>
                    <a:pt x="343789" y="141732"/>
                  </a:lnTo>
                  <a:lnTo>
                    <a:pt x="346202" y="141732"/>
                  </a:lnTo>
                  <a:lnTo>
                    <a:pt x="346202" y="143256"/>
                  </a:lnTo>
                  <a:lnTo>
                    <a:pt x="348742" y="143256"/>
                  </a:lnTo>
                  <a:lnTo>
                    <a:pt x="350012" y="144780"/>
                  </a:lnTo>
                  <a:lnTo>
                    <a:pt x="354965" y="144780"/>
                  </a:lnTo>
                  <a:lnTo>
                    <a:pt x="354965" y="146431"/>
                  </a:lnTo>
                  <a:lnTo>
                    <a:pt x="367411" y="146431"/>
                  </a:lnTo>
                  <a:lnTo>
                    <a:pt x="368681" y="144780"/>
                  </a:lnTo>
                  <a:lnTo>
                    <a:pt x="373634" y="144780"/>
                  </a:lnTo>
                  <a:lnTo>
                    <a:pt x="373634" y="143256"/>
                  </a:lnTo>
                  <a:lnTo>
                    <a:pt x="377317" y="143256"/>
                  </a:lnTo>
                  <a:lnTo>
                    <a:pt x="378587" y="141732"/>
                  </a:lnTo>
                  <a:lnTo>
                    <a:pt x="379857" y="141732"/>
                  </a:lnTo>
                  <a:lnTo>
                    <a:pt x="379857" y="140081"/>
                  </a:lnTo>
                  <a:lnTo>
                    <a:pt x="382397" y="140081"/>
                  </a:lnTo>
                  <a:lnTo>
                    <a:pt x="382397" y="138557"/>
                  </a:lnTo>
                  <a:lnTo>
                    <a:pt x="383667" y="138557"/>
                  </a:lnTo>
                  <a:lnTo>
                    <a:pt x="383667" y="137033"/>
                  </a:lnTo>
                  <a:lnTo>
                    <a:pt x="386080" y="137033"/>
                  </a:lnTo>
                  <a:lnTo>
                    <a:pt x="386080" y="135382"/>
                  </a:lnTo>
                  <a:lnTo>
                    <a:pt x="387350" y="135382"/>
                  </a:lnTo>
                  <a:lnTo>
                    <a:pt x="387350" y="133858"/>
                  </a:lnTo>
                  <a:lnTo>
                    <a:pt x="388620" y="133858"/>
                  </a:lnTo>
                  <a:lnTo>
                    <a:pt x="388620" y="132334"/>
                  </a:lnTo>
                  <a:lnTo>
                    <a:pt x="389890" y="132334"/>
                  </a:lnTo>
                  <a:lnTo>
                    <a:pt x="389890" y="130683"/>
                  </a:lnTo>
                  <a:lnTo>
                    <a:pt x="391033" y="130683"/>
                  </a:lnTo>
                  <a:lnTo>
                    <a:pt x="392303" y="129159"/>
                  </a:lnTo>
                  <a:lnTo>
                    <a:pt x="392303" y="127508"/>
                  </a:lnTo>
                  <a:lnTo>
                    <a:pt x="393573" y="127508"/>
                  </a:lnTo>
                  <a:lnTo>
                    <a:pt x="393573" y="125984"/>
                  </a:lnTo>
                  <a:lnTo>
                    <a:pt x="394843" y="124460"/>
                  </a:lnTo>
                  <a:lnTo>
                    <a:pt x="396113" y="122809"/>
                  </a:lnTo>
                  <a:lnTo>
                    <a:pt x="396113" y="119634"/>
                  </a:lnTo>
                  <a:lnTo>
                    <a:pt x="397256" y="119634"/>
                  </a:lnTo>
                  <a:lnTo>
                    <a:pt x="397256" y="118110"/>
                  </a:lnTo>
                  <a:lnTo>
                    <a:pt x="398526" y="116586"/>
                  </a:lnTo>
                  <a:lnTo>
                    <a:pt x="398526" y="113411"/>
                  </a:lnTo>
                  <a:lnTo>
                    <a:pt x="399796" y="113411"/>
                  </a:lnTo>
                  <a:lnTo>
                    <a:pt x="399796" y="110236"/>
                  </a:lnTo>
                  <a:lnTo>
                    <a:pt x="401066" y="108712"/>
                  </a:lnTo>
                  <a:lnTo>
                    <a:pt x="401066" y="100838"/>
                  </a:lnTo>
                  <a:lnTo>
                    <a:pt x="402336" y="99314"/>
                  </a:lnTo>
                  <a:lnTo>
                    <a:pt x="402336" y="88265"/>
                  </a:lnTo>
                  <a:close/>
                </a:path>
                <a:path w="622300" h="146684">
                  <a:moveTo>
                    <a:pt x="475488" y="0"/>
                  </a:moveTo>
                  <a:lnTo>
                    <a:pt x="393192" y="0"/>
                  </a:lnTo>
                  <a:lnTo>
                    <a:pt x="405752" y="8750"/>
                  </a:lnTo>
                  <a:lnTo>
                    <a:pt x="416610" y="20027"/>
                  </a:lnTo>
                  <a:lnTo>
                    <a:pt x="425577" y="33426"/>
                  </a:lnTo>
                  <a:lnTo>
                    <a:pt x="432435" y="48514"/>
                  </a:lnTo>
                  <a:lnTo>
                    <a:pt x="433705" y="51689"/>
                  </a:lnTo>
                  <a:lnTo>
                    <a:pt x="433705" y="53213"/>
                  </a:lnTo>
                  <a:lnTo>
                    <a:pt x="434975" y="54864"/>
                  </a:lnTo>
                  <a:lnTo>
                    <a:pt x="434975" y="53213"/>
                  </a:lnTo>
                  <a:lnTo>
                    <a:pt x="436245" y="51689"/>
                  </a:lnTo>
                  <a:lnTo>
                    <a:pt x="436245" y="48514"/>
                  </a:lnTo>
                  <a:lnTo>
                    <a:pt x="443801" y="33426"/>
                  </a:lnTo>
                  <a:lnTo>
                    <a:pt x="453009" y="20027"/>
                  </a:lnTo>
                  <a:lnTo>
                    <a:pt x="463638" y="8750"/>
                  </a:lnTo>
                  <a:lnTo>
                    <a:pt x="475488" y="0"/>
                  </a:lnTo>
                  <a:close/>
                </a:path>
                <a:path w="622300" h="146684">
                  <a:moveTo>
                    <a:pt x="548640" y="82931"/>
                  </a:moveTo>
                  <a:lnTo>
                    <a:pt x="547370" y="82931"/>
                  </a:lnTo>
                  <a:lnTo>
                    <a:pt x="547370" y="76073"/>
                  </a:lnTo>
                  <a:lnTo>
                    <a:pt x="546100" y="74422"/>
                  </a:lnTo>
                  <a:lnTo>
                    <a:pt x="546100" y="70993"/>
                  </a:lnTo>
                  <a:lnTo>
                    <a:pt x="544830" y="69342"/>
                  </a:lnTo>
                  <a:lnTo>
                    <a:pt x="544830" y="65786"/>
                  </a:lnTo>
                  <a:lnTo>
                    <a:pt x="543560" y="65786"/>
                  </a:lnTo>
                  <a:lnTo>
                    <a:pt x="543560" y="64135"/>
                  </a:lnTo>
                  <a:lnTo>
                    <a:pt x="542290" y="62357"/>
                  </a:lnTo>
                  <a:lnTo>
                    <a:pt x="542290" y="60706"/>
                  </a:lnTo>
                  <a:lnTo>
                    <a:pt x="541020" y="60706"/>
                  </a:lnTo>
                  <a:lnTo>
                    <a:pt x="541020" y="58928"/>
                  </a:lnTo>
                  <a:lnTo>
                    <a:pt x="539750" y="58928"/>
                  </a:lnTo>
                  <a:lnTo>
                    <a:pt x="539750" y="57277"/>
                  </a:lnTo>
                  <a:lnTo>
                    <a:pt x="538480" y="55499"/>
                  </a:lnTo>
                  <a:lnTo>
                    <a:pt x="535940" y="52197"/>
                  </a:lnTo>
                  <a:lnTo>
                    <a:pt x="533400" y="48641"/>
                  </a:lnTo>
                  <a:lnTo>
                    <a:pt x="532130" y="48641"/>
                  </a:lnTo>
                  <a:lnTo>
                    <a:pt x="532130" y="46990"/>
                  </a:lnTo>
                  <a:lnTo>
                    <a:pt x="530860" y="46990"/>
                  </a:lnTo>
                  <a:lnTo>
                    <a:pt x="530860" y="45212"/>
                  </a:lnTo>
                  <a:lnTo>
                    <a:pt x="529590" y="45212"/>
                  </a:lnTo>
                  <a:lnTo>
                    <a:pt x="528320" y="43561"/>
                  </a:lnTo>
                  <a:lnTo>
                    <a:pt x="527177" y="43561"/>
                  </a:lnTo>
                  <a:lnTo>
                    <a:pt x="525907" y="41910"/>
                  </a:lnTo>
                  <a:lnTo>
                    <a:pt x="524510" y="41910"/>
                  </a:lnTo>
                  <a:lnTo>
                    <a:pt x="523240" y="40132"/>
                  </a:lnTo>
                  <a:lnTo>
                    <a:pt x="520700" y="40132"/>
                  </a:lnTo>
                  <a:lnTo>
                    <a:pt x="520700" y="38354"/>
                  </a:lnTo>
                  <a:lnTo>
                    <a:pt x="517017" y="38354"/>
                  </a:lnTo>
                  <a:lnTo>
                    <a:pt x="515747" y="36703"/>
                  </a:lnTo>
                  <a:lnTo>
                    <a:pt x="497967" y="36703"/>
                  </a:lnTo>
                  <a:lnTo>
                    <a:pt x="497967" y="38354"/>
                  </a:lnTo>
                  <a:lnTo>
                    <a:pt x="494157" y="38354"/>
                  </a:lnTo>
                  <a:lnTo>
                    <a:pt x="493001" y="40132"/>
                  </a:lnTo>
                  <a:lnTo>
                    <a:pt x="490474" y="40132"/>
                  </a:lnTo>
                  <a:lnTo>
                    <a:pt x="490474" y="41910"/>
                  </a:lnTo>
                  <a:lnTo>
                    <a:pt x="487807" y="41910"/>
                  </a:lnTo>
                  <a:lnTo>
                    <a:pt x="486537" y="43561"/>
                  </a:lnTo>
                  <a:lnTo>
                    <a:pt x="485394" y="43561"/>
                  </a:lnTo>
                  <a:lnTo>
                    <a:pt x="485394" y="45212"/>
                  </a:lnTo>
                  <a:lnTo>
                    <a:pt x="484124" y="45212"/>
                  </a:lnTo>
                  <a:lnTo>
                    <a:pt x="482854" y="46990"/>
                  </a:lnTo>
                  <a:lnTo>
                    <a:pt x="481584" y="46990"/>
                  </a:lnTo>
                  <a:lnTo>
                    <a:pt x="481584" y="48641"/>
                  </a:lnTo>
                  <a:lnTo>
                    <a:pt x="480301" y="48641"/>
                  </a:lnTo>
                  <a:lnTo>
                    <a:pt x="480301" y="50419"/>
                  </a:lnTo>
                  <a:lnTo>
                    <a:pt x="479044" y="50419"/>
                  </a:lnTo>
                  <a:lnTo>
                    <a:pt x="479044" y="52197"/>
                  </a:lnTo>
                  <a:lnTo>
                    <a:pt x="477774" y="52197"/>
                  </a:lnTo>
                  <a:lnTo>
                    <a:pt x="476504" y="53848"/>
                  </a:lnTo>
                  <a:lnTo>
                    <a:pt x="476504" y="55499"/>
                  </a:lnTo>
                  <a:lnTo>
                    <a:pt x="475234" y="55499"/>
                  </a:lnTo>
                  <a:lnTo>
                    <a:pt x="475234" y="57277"/>
                  </a:lnTo>
                  <a:lnTo>
                    <a:pt x="473951" y="57277"/>
                  </a:lnTo>
                  <a:lnTo>
                    <a:pt x="473951" y="58928"/>
                  </a:lnTo>
                  <a:lnTo>
                    <a:pt x="472694" y="58928"/>
                  </a:lnTo>
                  <a:lnTo>
                    <a:pt x="472694" y="62357"/>
                  </a:lnTo>
                  <a:lnTo>
                    <a:pt x="471424" y="62357"/>
                  </a:lnTo>
                  <a:lnTo>
                    <a:pt x="471424" y="64135"/>
                  </a:lnTo>
                  <a:lnTo>
                    <a:pt x="470154" y="65786"/>
                  </a:lnTo>
                  <a:lnTo>
                    <a:pt x="470154" y="67564"/>
                  </a:lnTo>
                  <a:lnTo>
                    <a:pt x="468884" y="69342"/>
                  </a:lnTo>
                  <a:lnTo>
                    <a:pt x="468884" y="72644"/>
                  </a:lnTo>
                  <a:lnTo>
                    <a:pt x="467601" y="72644"/>
                  </a:lnTo>
                  <a:lnTo>
                    <a:pt x="467601" y="79629"/>
                  </a:lnTo>
                  <a:lnTo>
                    <a:pt x="466344" y="79629"/>
                  </a:lnTo>
                  <a:lnTo>
                    <a:pt x="466344" y="101854"/>
                  </a:lnTo>
                  <a:lnTo>
                    <a:pt x="467601" y="101854"/>
                  </a:lnTo>
                  <a:lnTo>
                    <a:pt x="467601" y="108712"/>
                  </a:lnTo>
                  <a:lnTo>
                    <a:pt x="468884" y="110363"/>
                  </a:lnTo>
                  <a:lnTo>
                    <a:pt x="468884" y="112141"/>
                  </a:lnTo>
                  <a:lnTo>
                    <a:pt x="470154" y="113919"/>
                  </a:lnTo>
                  <a:lnTo>
                    <a:pt x="470154" y="117348"/>
                  </a:lnTo>
                  <a:lnTo>
                    <a:pt x="471424" y="117348"/>
                  </a:lnTo>
                  <a:lnTo>
                    <a:pt x="471424" y="120650"/>
                  </a:lnTo>
                  <a:lnTo>
                    <a:pt x="472694" y="120650"/>
                  </a:lnTo>
                  <a:lnTo>
                    <a:pt x="472694" y="122428"/>
                  </a:lnTo>
                  <a:lnTo>
                    <a:pt x="473951" y="122428"/>
                  </a:lnTo>
                  <a:lnTo>
                    <a:pt x="473951" y="124206"/>
                  </a:lnTo>
                  <a:lnTo>
                    <a:pt x="475234" y="125857"/>
                  </a:lnTo>
                  <a:lnTo>
                    <a:pt x="475234" y="127508"/>
                  </a:lnTo>
                  <a:lnTo>
                    <a:pt x="476504" y="127508"/>
                  </a:lnTo>
                  <a:lnTo>
                    <a:pt x="476504" y="129286"/>
                  </a:lnTo>
                  <a:lnTo>
                    <a:pt x="477774" y="129286"/>
                  </a:lnTo>
                  <a:lnTo>
                    <a:pt x="477774" y="130937"/>
                  </a:lnTo>
                  <a:lnTo>
                    <a:pt x="479044" y="130937"/>
                  </a:lnTo>
                  <a:lnTo>
                    <a:pt x="479044" y="132715"/>
                  </a:lnTo>
                  <a:lnTo>
                    <a:pt x="480301" y="132715"/>
                  </a:lnTo>
                  <a:lnTo>
                    <a:pt x="480301" y="134493"/>
                  </a:lnTo>
                  <a:lnTo>
                    <a:pt x="481584" y="134493"/>
                  </a:lnTo>
                  <a:lnTo>
                    <a:pt x="482854" y="136144"/>
                  </a:lnTo>
                  <a:lnTo>
                    <a:pt x="484124" y="136144"/>
                  </a:lnTo>
                  <a:lnTo>
                    <a:pt x="484124" y="137795"/>
                  </a:lnTo>
                  <a:lnTo>
                    <a:pt x="485394" y="137795"/>
                  </a:lnTo>
                  <a:lnTo>
                    <a:pt x="485394" y="139573"/>
                  </a:lnTo>
                  <a:lnTo>
                    <a:pt x="487807" y="139573"/>
                  </a:lnTo>
                  <a:lnTo>
                    <a:pt x="489064" y="141351"/>
                  </a:lnTo>
                  <a:lnTo>
                    <a:pt x="490474" y="143002"/>
                  </a:lnTo>
                  <a:lnTo>
                    <a:pt x="493001" y="143002"/>
                  </a:lnTo>
                  <a:lnTo>
                    <a:pt x="494157" y="144780"/>
                  </a:lnTo>
                  <a:lnTo>
                    <a:pt x="496697" y="144780"/>
                  </a:lnTo>
                  <a:lnTo>
                    <a:pt x="499237" y="146431"/>
                  </a:lnTo>
                  <a:lnTo>
                    <a:pt x="517017" y="146431"/>
                  </a:lnTo>
                  <a:lnTo>
                    <a:pt x="517017" y="144780"/>
                  </a:lnTo>
                  <a:lnTo>
                    <a:pt x="520700" y="144780"/>
                  </a:lnTo>
                  <a:lnTo>
                    <a:pt x="520700" y="143002"/>
                  </a:lnTo>
                  <a:lnTo>
                    <a:pt x="523240" y="143002"/>
                  </a:lnTo>
                  <a:lnTo>
                    <a:pt x="524510" y="141351"/>
                  </a:lnTo>
                  <a:lnTo>
                    <a:pt x="527177" y="141351"/>
                  </a:lnTo>
                  <a:lnTo>
                    <a:pt x="527177" y="139573"/>
                  </a:lnTo>
                  <a:lnTo>
                    <a:pt x="528320" y="139573"/>
                  </a:lnTo>
                  <a:lnTo>
                    <a:pt x="529590" y="137795"/>
                  </a:lnTo>
                  <a:lnTo>
                    <a:pt x="530860" y="137795"/>
                  </a:lnTo>
                  <a:lnTo>
                    <a:pt x="533400" y="134493"/>
                  </a:lnTo>
                  <a:lnTo>
                    <a:pt x="534670" y="134493"/>
                  </a:lnTo>
                  <a:lnTo>
                    <a:pt x="534670" y="132715"/>
                  </a:lnTo>
                  <a:lnTo>
                    <a:pt x="535940" y="132715"/>
                  </a:lnTo>
                  <a:lnTo>
                    <a:pt x="535940" y="130937"/>
                  </a:lnTo>
                  <a:lnTo>
                    <a:pt x="537210" y="130937"/>
                  </a:lnTo>
                  <a:lnTo>
                    <a:pt x="537210" y="129286"/>
                  </a:lnTo>
                  <a:lnTo>
                    <a:pt x="538480" y="129286"/>
                  </a:lnTo>
                  <a:lnTo>
                    <a:pt x="538480" y="127508"/>
                  </a:lnTo>
                  <a:lnTo>
                    <a:pt x="539750" y="127508"/>
                  </a:lnTo>
                  <a:lnTo>
                    <a:pt x="539750" y="125857"/>
                  </a:lnTo>
                  <a:lnTo>
                    <a:pt x="541020" y="125857"/>
                  </a:lnTo>
                  <a:lnTo>
                    <a:pt x="541020" y="124206"/>
                  </a:lnTo>
                  <a:lnTo>
                    <a:pt x="542290" y="122428"/>
                  </a:lnTo>
                  <a:lnTo>
                    <a:pt x="542290" y="120650"/>
                  </a:lnTo>
                  <a:lnTo>
                    <a:pt x="544830" y="117348"/>
                  </a:lnTo>
                  <a:lnTo>
                    <a:pt x="544830" y="115570"/>
                  </a:lnTo>
                  <a:lnTo>
                    <a:pt x="546100" y="113919"/>
                  </a:lnTo>
                  <a:lnTo>
                    <a:pt x="546100" y="110363"/>
                  </a:lnTo>
                  <a:lnTo>
                    <a:pt x="547370" y="108712"/>
                  </a:lnTo>
                  <a:lnTo>
                    <a:pt x="547370" y="105283"/>
                  </a:lnTo>
                  <a:lnTo>
                    <a:pt x="548640" y="103505"/>
                  </a:lnTo>
                  <a:lnTo>
                    <a:pt x="548640" y="82931"/>
                  </a:lnTo>
                  <a:close/>
                </a:path>
                <a:path w="622300" h="146684">
                  <a:moveTo>
                    <a:pt x="621792" y="0"/>
                  </a:moveTo>
                  <a:lnTo>
                    <a:pt x="530352" y="0"/>
                  </a:lnTo>
                  <a:lnTo>
                    <a:pt x="544461" y="9436"/>
                  </a:lnTo>
                  <a:lnTo>
                    <a:pt x="556729" y="21577"/>
                  </a:lnTo>
                  <a:lnTo>
                    <a:pt x="566851" y="35991"/>
                  </a:lnTo>
                  <a:lnTo>
                    <a:pt x="574548" y="52197"/>
                  </a:lnTo>
                  <a:lnTo>
                    <a:pt x="577469" y="60833"/>
                  </a:lnTo>
                  <a:lnTo>
                    <a:pt x="580390" y="67691"/>
                  </a:lnTo>
                  <a:lnTo>
                    <a:pt x="581787" y="76454"/>
                  </a:lnTo>
                  <a:lnTo>
                    <a:pt x="581787" y="83439"/>
                  </a:lnTo>
                  <a:lnTo>
                    <a:pt x="583184" y="90297"/>
                  </a:lnTo>
                  <a:lnTo>
                    <a:pt x="583184" y="100711"/>
                  </a:lnTo>
                  <a:lnTo>
                    <a:pt x="621792" y="100711"/>
                  </a:lnTo>
                  <a:lnTo>
                    <a:pt x="621792" y="0"/>
                  </a:lnTo>
                  <a:close/>
                </a:path>
              </a:pathLst>
            </a:custGeom>
            <a:solidFill>
              <a:srgbClr val="0A1E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70432" y="1143889"/>
              <a:ext cx="100584" cy="146431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170432" y="1098041"/>
              <a:ext cx="622300" cy="311150"/>
            </a:xfrm>
            <a:custGeom>
              <a:avLst/>
              <a:gdLst/>
              <a:ahLst/>
              <a:cxnLst/>
              <a:rect l="l" t="t" r="r" b="b"/>
              <a:pathLst>
                <a:path w="622300" h="311150">
                  <a:moveTo>
                    <a:pt x="621792" y="53467"/>
                  </a:moveTo>
                  <a:lnTo>
                    <a:pt x="334899" y="53467"/>
                  </a:lnTo>
                  <a:lnTo>
                    <a:pt x="334899" y="98933"/>
                  </a:lnTo>
                  <a:lnTo>
                    <a:pt x="621792" y="98933"/>
                  </a:lnTo>
                  <a:lnTo>
                    <a:pt x="621792" y="53467"/>
                  </a:lnTo>
                  <a:close/>
                </a:path>
                <a:path w="622300" h="311150">
                  <a:moveTo>
                    <a:pt x="621792" y="0"/>
                  </a:moveTo>
                  <a:lnTo>
                    <a:pt x="223266" y="0"/>
                  </a:lnTo>
                  <a:lnTo>
                    <a:pt x="223266" y="53340"/>
                  </a:lnTo>
                  <a:lnTo>
                    <a:pt x="223266" y="99060"/>
                  </a:lnTo>
                  <a:lnTo>
                    <a:pt x="223266" y="123190"/>
                  </a:lnTo>
                  <a:lnTo>
                    <a:pt x="199898" y="123190"/>
                  </a:lnTo>
                  <a:lnTo>
                    <a:pt x="199898" y="48260"/>
                  </a:lnTo>
                  <a:lnTo>
                    <a:pt x="133731" y="48260"/>
                  </a:lnTo>
                  <a:lnTo>
                    <a:pt x="133731" y="123190"/>
                  </a:lnTo>
                  <a:lnTo>
                    <a:pt x="133731" y="168910"/>
                  </a:lnTo>
                  <a:lnTo>
                    <a:pt x="133731" y="241300"/>
                  </a:lnTo>
                  <a:lnTo>
                    <a:pt x="0" y="241300"/>
                  </a:lnTo>
                  <a:lnTo>
                    <a:pt x="0" y="311150"/>
                  </a:lnTo>
                  <a:lnTo>
                    <a:pt x="199898" y="311150"/>
                  </a:lnTo>
                  <a:lnTo>
                    <a:pt x="199898" y="241300"/>
                  </a:lnTo>
                  <a:lnTo>
                    <a:pt x="199898" y="168910"/>
                  </a:lnTo>
                  <a:lnTo>
                    <a:pt x="223266" y="168910"/>
                  </a:lnTo>
                  <a:lnTo>
                    <a:pt x="223266" y="311150"/>
                  </a:lnTo>
                  <a:lnTo>
                    <a:pt x="621792" y="311150"/>
                  </a:lnTo>
                  <a:lnTo>
                    <a:pt x="621792" y="168910"/>
                  </a:lnTo>
                  <a:lnTo>
                    <a:pt x="621792" y="168529"/>
                  </a:lnTo>
                  <a:lnTo>
                    <a:pt x="621792" y="123190"/>
                  </a:lnTo>
                  <a:lnTo>
                    <a:pt x="621792" y="99060"/>
                  </a:lnTo>
                  <a:lnTo>
                    <a:pt x="271272" y="99060"/>
                  </a:lnTo>
                  <a:lnTo>
                    <a:pt x="271272" y="53340"/>
                  </a:lnTo>
                  <a:lnTo>
                    <a:pt x="621792" y="53340"/>
                  </a:lnTo>
                  <a:lnTo>
                    <a:pt x="621792" y="0"/>
                  </a:lnTo>
                  <a:close/>
                </a:path>
              </a:pathLst>
            </a:custGeom>
            <a:solidFill>
              <a:srgbClr val="0A1E3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/>
          <p:nvPr/>
        </p:nvSpPr>
        <p:spPr>
          <a:xfrm>
            <a:off x="73152" y="1930869"/>
            <a:ext cx="1792605" cy="915669"/>
          </a:xfrm>
          <a:custGeom>
            <a:avLst/>
            <a:gdLst/>
            <a:ahLst/>
            <a:cxnLst/>
            <a:rect l="l" t="t" r="r" b="b"/>
            <a:pathLst>
              <a:path w="1792605" h="915669">
                <a:moveTo>
                  <a:pt x="1792224" y="0"/>
                </a:moveTo>
                <a:lnTo>
                  <a:pt x="0" y="0"/>
                </a:lnTo>
                <a:lnTo>
                  <a:pt x="0" y="915073"/>
                </a:lnTo>
                <a:lnTo>
                  <a:pt x="1792224" y="915073"/>
                </a:lnTo>
                <a:lnTo>
                  <a:pt x="1792224" y="0"/>
                </a:lnTo>
                <a:close/>
              </a:path>
            </a:pathLst>
          </a:custGeom>
          <a:solidFill>
            <a:srgbClr val="44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73152" y="1961197"/>
            <a:ext cx="1792605" cy="7550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27355" marR="960119" indent="-50800">
              <a:lnSpc>
                <a:spcPct val="100000"/>
              </a:lnSpc>
              <a:spcBef>
                <a:spcPts val="125"/>
              </a:spcBef>
            </a:pPr>
            <a:r>
              <a:rPr dirty="0" sz="1200" spc="-95">
                <a:solidFill>
                  <a:srgbClr val="FFFFFF"/>
                </a:solidFill>
                <a:latin typeface="Franklin Gothic Medium"/>
                <a:cs typeface="Franklin Gothic Medium"/>
              </a:rPr>
              <a:t>Lugares </a:t>
            </a:r>
            <a:r>
              <a:rPr dirty="0" sz="1200" spc="-80">
                <a:solidFill>
                  <a:srgbClr val="FFFFFF"/>
                </a:solidFill>
                <a:latin typeface="Franklin Gothic Medium"/>
                <a:cs typeface="Franklin Gothic Medium"/>
              </a:rPr>
              <a:t>activos</a:t>
            </a:r>
            <a:endParaRPr sz="1200">
              <a:latin typeface="Franklin Gothic Medium"/>
              <a:cs typeface="Franklin Gothic Medium"/>
            </a:endParaRPr>
          </a:p>
          <a:p>
            <a:pPr marL="589915">
              <a:lnSpc>
                <a:spcPct val="100000"/>
              </a:lnSpc>
              <a:spcBef>
                <a:spcPts val="10"/>
              </a:spcBef>
            </a:pPr>
            <a:r>
              <a:rPr dirty="0" sz="2350" spc="-475" b="1">
                <a:solidFill>
                  <a:srgbClr val="FFFFFF"/>
                </a:solidFill>
                <a:latin typeface="Trebuchet MS"/>
                <a:cs typeface="Trebuchet MS"/>
              </a:rPr>
              <a:t>xx</a:t>
            </a:r>
            <a:endParaRPr sz="2350">
              <a:latin typeface="Trebuchet MS"/>
              <a:cs typeface="Trebuchet MS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051175" y="1967357"/>
            <a:ext cx="608330" cy="768985"/>
            <a:chOff x="1051175" y="1967357"/>
            <a:chExt cx="608330" cy="768985"/>
          </a:xfrm>
        </p:grpSpPr>
        <p:sp>
          <p:nvSpPr>
            <p:cNvPr id="48" name="object 48"/>
            <p:cNvSpPr/>
            <p:nvPr/>
          </p:nvSpPr>
          <p:spPr>
            <a:xfrm>
              <a:off x="1060704" y="1967357"/>
              <a:ext cx="0" cy="768985"/>
            </a:xfrm>
            <a:custGeom>
              <a:avLst/>
              <a:gdLst/>
              <a:ahLst/>
              <a:cxnLst/>
              <a:rect l="l" t="t" r="r" b="b"/>
              <a:pathLst>
                <a:path w="0" h="768985">
                  <a:moveTo>
                    <a:pt x="0" y="0"/>
                  </a:moveTo>
                  <a:lnTo>
                    <a:pt x="0" y="768603"/>
                  </a:lnTo>
                </a:path>
              </a:pathLst>
            </a:custGeom>
            <a:ln w="190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267201" y="2067937"/>
              <a:ext cx="392430" cy="641350"/>
            </a:xfrm>
            <a:custGeom>
              <a:avLst/>
              <a:gdLst/>
              <a:ahLst/>
              <a:cxnLst/>
              <a:rect l="l" t="t" r="r" b="b"/>
              <a:pathLst>
                <a:path w="392430" h="641350">
                  <a:moveTo>
                    <a:pt x="196049" y="0"/>
                  </a:moveTo>
                  <a:lnTo>
                    <a:pt x="148303" y="5865"/>
                  </a:lnTo>
                  <a:lnTo>
                    <a:pt x="103915" y="22871"/>
                  </a:lnTo>
                  <a:lnTo>
                    <a:pt x="64829" y="50134"/>
                  </a:lnTo>
                  <a:lnTo>
                    <a:pt x="32989" y="86770"/>
                  </a:lnTo>
                  <a:lnTo>
                    <a:pt x="10927" y="129566"/>
                  </a:lnTo>
                  <a:lnTo>
                    <a:pt x="0" y="175899"/>
                  </a:lnTo>
                  <a:lnTo>
                    <a:pt x="382" y="223646"/>
                  </a:lnTo>
                  <a:lnTo>
                    <a:pt x="12253" y="270686"/>
                  </a:lnTo>
                  <a:lnTo>
                    <a:pt x="101795" y="468749"/>
                  </a:lnTo>
                  <a:lnTo>
                    <a:pt x="179083" y="630973"/>
                  </a:lnTo>
                  <a:lnTo>
                    <a:pt x="181911" y="637575"/>
                  </a:lnTo>
                  <a:lnTo>
                    <a:pt x="188509" y="641347"/>
                  </a:lnTo>
                  <a:lnTo>
                    <a:pt x="203590" y="641347"/>
                  </a:lnTo>
                  <a:lnTo>
                    <a:pt x="210187" y="637575"/>
                  </a:lnTo>
                  <a:lnTo>
                    <a:pt x="213015" y="630973"/>
                  </a:lnTo>
                  <a:lnTo>
                    <a:pt x="290304" y="468749"/>
                  </a:lnTo>
                  <a:lnTo>
                    <a:pt x="374303" y="282947"/>
                  </a:lnTo>
                  <a:lnTo>
                    <a:pt x="196049" y="282947"/>
                  </a:lnTo>
                  <a:lnTo>
                    <a:pt x="162913" y="276315"/>
                  </a:lnTo>
                  <a:lnTo>
                    <a:pt x="135962" y="258189"/>
                  </a:lnTo>
                  <a:lnTo>
                    <a:pt x="117847" y="231221"/>
                  </a:lnTo>
                  <a:lnTo>
                    <a:pt x="111220" y="198063"/>
                  </a:lnTo>
                  <a:lnTo>
                    <a:pt x="117847" y="164905"/>
                  </a:lnTo>
                  <a:lnTo>
                    <a:pt x="135962" y="137936"/>
                  </a:lnTo>
                  <a:lnTo>
                    <a:pt x="162913" y="119810"/>
                  </a:lnTo>
                  <a:lnTo>
                    <a:pt x="196049" y="113179"/>
                  </a:lnTo>
                  <a:lnTo>
                    <a:pt x="372723" y="113179"/>
                  </a:lnTo>
                  <a:lnTo>
                    <a:pt x="359110" y="86770"/>
                  </a:lnTo>
                  <a:lnTo>
                    <a:pt x="327269" y="50134"/>
                  </a:lnTo>
                  <a:lnTo>
                    <a:pt x="288183" y="22871"/>
                  </a:lnTo>
                  <a:lnTo>
                    <a:pt x="243795" y="5865"/>
                  </a:lnTo>
                  <a:lnTo>
                    <a:pt x="196049" y="0"/>
                  </a:lnTo>
                  <a:close/>
                </a:path>
                <a:path w="392430" h="641350">
                  <a:moveTo>
                    <a:pt x="372723" y="113179"/>
                  </a:moveTo>
                  <a:lnTo>
                    <a:pt x="196049" y="113179"/>
                  </a:lnTo>
                  <a:lnTo>
                    <a:pt x="229186" y="119810"/>
                  </a:lnTo>
                  <a:lnTo>
                    <a:pt x="256136" y="137936"/>
                  </a:lnTo>
                  <a:lnTo>
                    <a:pt x="274251" y="164905"/>
                  </a:lnTo>
                  <a:lnTo>
                    <a:pt x="280878" y="198063"/>
                  </a:lnTo>
                  <a:lnTo>
                    <a:pt x="274251" y="231221"/>
                  </a:lnTo>
                  <a:lnTo>
                    <a:pt x="256136" y="258189"/>
                  </a:lnTo>
                  <a:lnTo>
                    <a:pt x="229186" y="276315"/>
                  </a:lnTo>
                  <a:lnTo>
                    <a:pt x="196049" y="282947"/>
                  </a:lnTo>
                  <a:lnTo>
                    <a:pt x="374303" y="282947"/>
                  </a:lnTo>
                  <a:lnTo>
                    <a:pt x="379846" y="270686"/>
                  </a:lnTo>
                  <a:lnTo>
                    <a:pt x="391716" y="223646"/>
                  </a:lnTo>
                  <a:lnTo>
                    <a:pt x="392099" y="175899"/>
                  </a:lnTo>
                  <a:lnTo>
                    <a:pt x="381171" y="129566"/>
                  </a:lnTo>
                  <a:lnTo>
                    <a:pt x="372723" y="113179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/>
          <p:nvPr/>
        </p:nvSpPr>
        <p:spPr>
          <a:xfrm>
            <a:off x="1947672" y="1930869"/>
            <a:ext cx="1801495" cy="915669"/>
          </a:xfrm>
          <a:custGeom>
            <a:avLst/>
            <a:gdLst/>
            <a:ahLst/>
            <a:cxnLst/>
            <a:rect l="l" t="t" r="r" b="b"/>
            <a:pathLst>
              <a:path w="1801495" h="915669">
                <a:moveTo>
                  <a:pt x="1801368" y="0"/>
                </a:moveTo>
                <a:lnTo>
                  <a:pt x="0" y="0"/>
                </a:lnTo>
                <a:lnTo>
                  <a:pt x="0" y="915073"/>
                </a:lnTo>
                <a:lnTo>
                  <a:pt x="1801368" y="915073"/>
                </a:lnTo>
                <a:lnTo>
                  <a:pt x="1801368" y="0"/>
                </a:lnTo>
                <a:close/>
              </a:path>
            </a:pathLst>
          </a:custGeom>
          <a:solidFill>
            <a:srgbClr val="44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2321560" y="1959927"/>
            <a:ext cx="542290" cy="3956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7465" marR="5080" indent="-25400">
              <a:lnSpc>
                <a:spcPct val="100000"/>
              </a:lnSpc>
              <a:spcBef>
                <a:spcPts val="125"/>
              </a:spcBef>
            </a:pPr>
            <a:r>
              <a:rPr dirty="0" sz="1200" spc="-85">
                <a:solidFill>
                  <a:srgbClr val="FFFFFF"/>
                </a:solidFill>
                <a:latin typeface="Franklin Gothic Medium"/>
                <a:cs typeface="Franklin Gothic Medium"/>
              </a:rPr>
              <a:t>Actividad </a:t>
            </a:r>
            <a:r>
              <a:rPr dirty="0" sz="1200" spc="-75">
                <a:solidFill>
                  <a:srgbClr val="FFFFFF"/>
                </a:solidFill>
                <a:latin typeface="Franklin Gothic Medium"/>
                <a:cs typeface="Franklin Gothic Medium"/>
              </a:rPr>
              <a:t>principal</a:t>
            </a:r>
            <a:endParaRPr sz="1200">
              <a:latin typeface="Franklin Gothic Medium"/>
              <a:cs typeface="Franklin Gothic Medium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925695" y="1967357"/>
            <a:ext cx="706755" cy="769620"/>
            <a:chOff x="2925695" y="1967357"/>
            <a:chExt cx="706755" cy="769620"/>
          </a:xfrm>
        </p:grpSpPr>
        <p:sp>
          <p:nvSpPr>
            <p:cNvPr id="53" name="object 53"/>
            <p:cNvSpPr/>
            <p:nvPr/>
          </p:nvSpPr>
          <p:spPr>
            <a:xfrm>
              <a:off x="2935224" y="1967357"/>
              <a:ext cx="0" cy="769620"/>
            </a:xfrm>
            <a:custGeom>
              <a:avLst/>
              <a:gdLst/>
              <a:ahLst/>
              <a:cxnLst/>
              <a:rect l="l" t="t" r="r" b="b"/>
              <a:pathLst>
                <a:path w="0" h="769619">
                  <a:moveTo>
                    <a:pt x="0" y="0"/>
                  </a:moveTo>
                  <a:lnTo>
                    <a:pt x="0" y="769620"/>
                  </a:lnTo>
                </a:path>
              </a:pathLst>
            </a:custGeom>
            <a:ln w="190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006699" y="2074697"/>
              <a:ext cx="625475" cy="618490"/>
            </a:xfrm>
            <a:custGeom>
              <a:avLst/>
              <a:gdLst/>
              <a:ahLst/>
              <a:cxnLst/>
              <a:rect l="l" t="t" r="r" b="b"/>
              <a:pathLst>
                <a:path w="625475" h="618489">
                  <a:moveTo>
                    <a:pt x="490880" y="320967"/>
                  </a:moveTo>
                  <a:lnTo>
                    <a:pt x="489419" y="297345"/>
                  </a:lnTo>
                  <a:lnTo>
                    <a:pt x="485140" y="274688"/>
                  </a:lnTo>
                  <a:lnTo>
                    <a:pt x="478193" y="253047"/>
                  </a:lnTo>
                  <a:lnTo>
                    <a:pt x="468718" y="232511"/>
                  </a:lnTo>
                  <a:lnTo>
                    <a:pt x="433082" y="267728"/>
                  </a:lnTo>
                  <a:lnTo>
                    <a:pt x="437705" y="280339"/>
                  </a:lnTo>
                  <a:lnTo>
                    <a:pt x="440905" y="293471"/>
                  </a:lnTo>
                  <a:lnTo>
                    <a:pt x="442772" y="307035"/>
                  </a:lnTo>
                  <a:lnTo>
                    <a:pt x="443382" y="320967"/>
                  </a:lnTo>
                  <a:lnTo>
                    <a:pt x="436079" y="365379"/>
                  </a:lnTo>
                  <a:lnTo>
                    <a:pt x="415785" y="404050"/>
                  </a:lnTo>
                  <a:lnTo>
                    <a:pt x="384898" y="434606"/>
                  </a:lnTo>
                  <a:lnTo>
                    <a:pt x="345782" y="454672"/>
                  </a:lnTo>
                  <a:lnTo>
                    <a:pt x="300863" y="461886"/>
                  </a:lnTo>
                  <a:lnTo>
                    <a:pt x="255943" y="454672"/>
                  </a:lnTo>
                  <a:lnTo>
                    <a:pt x="216839" y="434606"/>
                  </a:lnTo>
                  <a:lnTo>
                    <a:pt x="185940" y="404050"/>
                  </a:lnTo>
                  <a:lnTo>
                    <a:pt x="165646" y="365379"/>
                  </a:lnTo>
                  <a:lnTo>
                    <a:pt x="158356" y="320967"/>
                  </a:lnTo>
                  <a:lnTo>
                    <a:pt x="165646" y="276555"/>
                  </a:lnTo>
                  <a:lnTo>
                    <a:pt x="185940" y="237883"/>
                  </a:lnTo>
                  <a:lnTo>
                    <a:pt x="216839" y="207340"/>
                  </a:lnTo>
                  <a:lnTo>
                    <a:pt x="255943" y="187274"/>
                  </a:lnTo>
                  <a:lnTo>
                    <a:pt x="300863" y="180060"/>
                  </a:lnTo>
                  <a:lnTo>
                    <a:pt x="314960" y="180759"/>
                  </a:lnTo>
                  <a:lnTo>
                    <a:pt x="328676" y="182791"/>
                  </a:lnTo>
                  <a:lnTo>
                    <a:pt x="341947" y="186004"/>
                  </a:lnTo>
                  <a:lnTo>
                    <a:pt x="354711" y="190233"/>
                  </a:lnTo>
                  <a:lnTo>
                    <a:pt x="390334" y="155003"/>
                  </a:lnTo>
                  <a:lnTo>
                    <a:pt x="369557" y="145630"/>
                  </a:lnTo>
                  <a:lnTo>
                    <a:pt x="347675" y="138760"/>
                  </a:lnTo>
                  <a:lnTo>
                    <a:pt x="324751" y="134531"/>
                  </a:lnTo>
                  <a:lnTo>
                    <a:pt x="300863" y="133083"/>
                  </a:lnTo>
                  <a:lnTo>
                    <a:pt x="250507" y="139827"/>
                  </a:lnTo>
                  <a:lnTo>
                    <a:pt x="205155" y="158826"/>
                  </a:lnTo>
                  <a:lnTo>
                    <a:pt x="166662" y="188277"/>
                  </a:lnTo>
                  <a:lnTo>
                    <a:pt x="136893" y="226326"/>
                  </a:lnTo>
                  <a:lnTo>
                    <a:pt x="117665" y="271170"/>
                  </a:lnTo>
                  <a:lnTo>
                    <a:pt x="110845" y="320967"/>
                  </a:lnTo>
                  <a:lnTo>
                    <a:pt x="117665" y="370763"/>
                  </a:lnTo>
                  <a:lnTo>
                    <a:pt x="136893" y="415607"/>
                  </a:lnTo>
                  <a:lnTo>
                    <a:pt x="166662" y="453669"/>
                  </a:lnTo>
                  <a:lnTo>
                    <a:pt x="205155" y="483108"/>
                  </a:lnTo>
                  <a:lnTo>
                    <a:pt x="250507" y="502119"/>
                  </a:lnTo>
                  <a:lnTo>
                    <a:pt x="300863" y="508850"/>
                  </a:lnTo>
                  <a:lnTo>
                    <a:pt x="351231" y="502119"/>
                  </a:lnTo>
                  <a:lnTo>
                    <a:pt x="396582" y="483108"/>
                  </a:lnTo>
                  <a:lnTo>
                    <a:pt x="435063" y="453669"/>
                  </a:lnTo>
                  <a:lnTo>
                    <a:pt x="464845" y="415607"/>
                  </a:lnTo>
                  <a:lnTo>
                    <a:pt x="484073" y="370763"/>
                  </a:lnTo>
                  <a:lnTo>
                    <a:pt x="490880" y="320967"/>
                  </a:lnTo>
                  <a:close/>
                </a:path>
                <a:path w="625475" h="618489">
                  <a:moveTo>
                    <a:pt x="601726" y="320967"/>
                  </a:moveTo>
                  <a:lnTo>
                    <a:pt x="599389" y="283565"/>
                  </a:lnTo>
                  <a:lnTo>
                    <a:pt x="592518" y="247777"/>
                  </a:lnTo>
                  <a:lnTo>
                    <a:pt x="581355" y="213741"/>
                  </a:lnTo>
                  <a:lnTo>
                    <a:pt x="566102" y="181622"/>
                  </a:lnTo>
                  <a:lnTo>
                    <a:pt x="560552" y="186321"/>
                  </a:lnTo>
                  <a:lnTo>
                    <a:pt x="550265" y="197281"/>
                  </a:lnTo>
                  <a:lnTo>
                    <a:pt x="535216" y="195707"/>
                  </a:lnTo>
                  <a:lnTo>
                    <a:pt x="518591" y="193357"/>
                  </a:lnTo>
                  <a:lnTo>
                    <a:pt x="533514" y="222554"/>
                  </a:lnTo>
                  <a:lnTo>
                    <a:pt x="544728" y="253644"/>
                  </a:lnTo>
                  <a:lnTo>
                    <a:pt x="551776" y="286499"/>
                  </a:lnTo>
                  <a:lnTo>
                    <a:pt x="554228" y="320967"/>
                  </a:lnTo>
                  <a:lnTo>
                    <a:pt x="550125" y="365848"/>
                  </a:lnTo>
                  <a:lnTo>
                    <a:pt x="538302" y="408152"/>
                  </a:lnTo>
                  <a:lnTo>
                    <a:pt x="519506" y="447154"/>
                  </a:lnTo>
                  <a:lnTo>
                    <a:pt x="494449" y="482142"/>
                  </a:lnTo>
                  <a:lnTo>
                    <a:pt x="463867" y="512381"/>
                  </a:lnTo>
                  <a:lnTo>
                    <a:pt x="428485" y="537159"/>
                  </a:lnTo>
                  <a:lnTo>
                    <a:pt x="389039" y="555739"/>
                  </a:lnTo>
                  <a:lnTo>
                    <a:pt x="346252" y="567423"/>
                  </a:lnTo>
                  <a:lnTo>
                    <a:pt x="300863" y="571487"/>
                  </a:lnTo>
                  <a:lnTo>
                    <a:pt x="255473" y="567423"/>
                  </a:lnTo>
                  <a:lnTo>
                    <a:pt x="212699" y="555739"/>
                  </a:lnTo>
                  <a:lnTo>
                    <a:pt x="173253" y="537159"/>
                  </a:lnTo>
                  <a:lnTo>
                    <a:pt x="137871" y="512381"/>
                  </a:lnTo>
                  <a:lnTo>
                    <a:pt x="107289" y="482142"/>
                  </a:lnTo>
                  <a:lnTo>
                    <a:pt x="82232" y="447154"/>
                  </a:lnTo>
                  <a:lnTo>
                    <a:pt x="63423" y="408152"/>
                  </a:lnTo>
                  <a:lnTo>
                    <a:pt x="51612" y="365848"/>
                  </a:lnTo>
                  <a:lnTo>
                    <a:pt x="47510" y="320967"/>
                  </a:lnTo>
                  <a:lnTo>
                    <a:pt x="51612" y="276085"/>
                  </a:lnTo>
                  <a:lnTo>
                    <a:pt x="63423" y="233781"/>
                  </a:lnTo>
                  <a:lnTo>
                    <a:pt x="82232" y="194779"/>
                  </a:lnTo>
                  <a:lnTo>
                    <a:pt x="107289" y="159804"/>
                  </a:lnTo>
                  <a:lnTo>
                    <a:pt x="137871" y="129565"/>
                  </a:lnTo>
                  <a:lnTo>
                    <a:pt x="173253" y="104787"/>
                  </a:lnTo>
                  <a:lnTo>
                    <a:pt x="212699" y="86194"/>
                  </a:lnTo>
                  <a:lnTo>
                    <a:pt x="255473" y="74510"/>
                  </a:lnTo>
                  <a:lnTo>
                    <a:pt x="300863" y="70459"/>
                  </a:lnTo>
                  <a:lnTo>
                    <a:pt x="335394" y="72771"/>
                  </a:lnTo>
                  <a:lnTo>
                    <a:pt x="368655" y="79552"/>
                  </a:lnTo>
                  <a:lnTo>
                    <a:pt x="400291" y="90601"/>
                  </a:lnTo>
                  <a:lnTo>
                    <a:pt x="429920" y="105676"/>
                  </a:lnTo>
                  <a:lnTo>
                    <a:pt x="428332" y="90030"/>
                  </a:lnTo>
                  <a:lnTo>
                    <a:pt x="425958" y="74371"/>
                  </a:lnTo>
                  <a:lnTo>
                    <a:pt x="442582" y="57924"/>
                  </a:lnTo>
                  <a:lnTo>
                    <a:pt x="409638" y="43294"/>
                  </a:lnTo>
                  <a:lnTo>
                    <a:pt x="374992" y="32486"/>
                  </a:lnTo>
                  <a:lnTo>
                    <a:pt x="338709" y="25781"/>
                  </a:lnTo>
                  <a:lnTo>
                    <a:pt x="300863" y="23482"/>
                  </a:lnTo>
                  <a:lnTo>
                    <a:pt x="252044" y="27368"/>
                  </a:lnTo>
                  <a:lnTo>
                    <a:pt x="205727" y="38633"/>
                  </a:lnTo>
                  <a:lnTo>
                    <a:pt x="162560" y="56667"/>
                  </a:lnTo>
                  <a:lnTo>
                    <a:pt x="123139" y="80848"/>
                  </a:lnTo>
                  <a:lnTo>
                    <a:pt x="88087" y="110578"/>
                  </a:lnTo>
                  <a:lnTo>
                    <a:pt x="58026" y="145237"/>
                  </a:lnTo>
                  <a:lnTo>
                    <a:pt x="33566" y="184213"/>
                  </a:lnTo>
                  <a:lnTo>
                    <a:pt x="15328" y="226898"/>
                  </a:lnTo>
                  <a:lnTo>
                    <a:pt x="3937" y="272694"/>
                  </a:lnTo>
                  <a:lnTo>
                    <a:pt x="0" y="320967"/>
                  </a:lnTo>
                  <a:lnTo>
                    <a:pt x="3937" y="369252"/>
                  </a:lnTo>
                  <a:lnTo>
                    <a:pt x="15328" y="415036"/>
                  </a:lnTo>
                  <a:lnTo>
                    <a:pt x="33566" y="457720"/>
                  </a:lnTo>
                  <a:lnTo>
                    <a:pt x="58026" y="496709"/>
                  </a:lnTo>
                  <a:lnTo>
                    <a:pt x="88087" y="531368"/>
                  </a:lnTo>
                  <a:lnTo>
                    <a:pt x="123139" y="561086"/>
                  </a:lnTo>
                  <a:lnTo>
                    <a:pt x="162560" y="585266"/>
                  </a:lnTo>
                  <a:lnTo>
                    <a:pt x="205727" y="603300"/>
                  </a:lnTo>
                  <a:lnTo>
                    <a:pt x="252044" y="614565"/>
                  </a:lnTo>
                  <a:lnTo>
                    <a:pt x="300863" y="618451"/>
                  </a:lnTo>
                  <a:lnTo>
                    <a:pt x="349694" y="614565"/>
                  </a:lnTo>
                  <a:lnTo>
                    <a:pt x="395998" y="603300"/>
                  </a:lnTo>
                  <a:lnTo>
                    <a:pt x="439178" y="585266"/>
                  </a:lnTo>
                  <a:lnTo>
                    <a:pt x="478599" y="561086"/>
                  </a:lnTo>
                  <a:lnTo>
                    <a:pt x="513651" y="531368"/>
                  </a:lnTo>
                  <a:lnTo>
                    <a:pt x="543712" y="496709"/>
                  </a:lnTo>
                  <a:lnTo>
                    <a:pt x="568172" y="457720"/>
                  </a:lnTo>
                  <a:lnTo>
                    <a:pt x="586397" y="415036"/>
                  </a:lnTo>
                  <a:lnTo>
                    <a:pt x="597789" y="369252"/>
                  </a:lnTo>
                  <a:lnTo>
                    <a:pt x="601726" y="320967"/>
                  </a:lnTo>
                  <a:close/>
                </a:path>
                <a:path w="625475" h="618489">
                  <a:moveTo>
                    <a:pt x="625475" y="78282"/>
                  </a:moveTo>
                  <a:lnTo>
                    <a:pt x="554228" y="70459"/>
                  </a:lnTo>
                  <a:lnTo>
                    <a:pt x="546303" y="0"/>
                  </a:lnTo>
                  <a:lnTo>
                    <a:pt x="459219" y="86106"/>
                  </a:lnTo>
                  <a:lnTo>
                    <a:pt x="463969" y="126822"/>
                  </a:lnTo>
                  <a:lnTo>
                    <a:pt x="337286" y="252082"/>
                  </a:lnTo>
                  <a:lnTo>
                    <a:pt x="328688" y="248297"/>
                  </a:lnTo>
                  <a:lnTo>
                    <a:pt x="319570" y="245325"/>
                  </a:lnTo>
                  <a:lnTo>
                    <a:pt x="310007" y="243382"/>
                  </a:lnTo>
                  <a:lnTo>
                    <a:pt x="300075" y="242684"/>
                  </a:lnTo>
                  <a:lnTo>
                    <a:pt x="269328" y="248856"/>
                  </a:lnTo>
                  <a:lnTo>
                    <a:pt x="244157" y="265684"/>
                  </a:lnTo>
                  <a:lnTo>
                    <a:pt x="227152" y="290576"/>
                  </a:lnTo>
                  <a:lnTo>
                    <a:pt x="220903" y="320967"/>
                  </a:lnTo>
                  <a:lnTo>
                    <a:pt x="227152" y="351370"/>
                  </a:lnTo>
                  <a:lnTo>
                    <a:pt x="244157" y="376262"/>
                  </a:lnTo>
                  <a:lnTo>
                    <a:pt x="269328" y="393077"/>
                  </a:lnTo>
                  <a:lnTo>
                    <a:pt x="300075" y="399249"/>
                  </a:lnTo>
                  <a:lnTo>
                    <a:pt x="330822" y="393077"/>
                  </a:lnTo>
                  <a:lnTo>
                    <a:pt x="355993" y="376262"/>
                  </a:lnTo>
                  <a:lnTo>
                    <a:pt x="372999" y="351370"/>
                  </a:lnTo>
                  <a:lnTo>
                    <a:pt x="379247" y="320967"/>
                  </a:lnTo>
                  <a:lnTo>
                    <a:pt x="378663" y="311264"/>
                  </a:lnTo>
                  <a:lnTo>
                    <a:pt x="376974" y="302082"/>
                  </a:lnTo>
                  <a:lnTo>
                    <a:pt x="374243" y="293331"/>
                  </a:lnTo>
                  <a:lnTo>
                    <a:pt x="370535" y="284962"/>
                  </a:lnTo>
                  <a:lnTo>
                    <a:pt x="497217" y="159702"/>
                  </a:lnTo>
                  <a:lnTo>
                    <a:pt x="538391" y="164401"/>
                  </a:lnTo>
                  <a:lnTo>
                    <a:pt x="625475" y="78282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37"/>
            <a:ext cx="7773034" cy="918844"/>
            <a:chOff x="0" y="-37"/>
            <a:chExt cx="7773034" cy="918844"/>
          </a:xfrm>
        </p:grpSpPr>
        <p:sp>
          <p:nvSpPr>
            <p:cNvPr id="3" name="object 3"/>
            <p:cNvSpPr/>
            <p:nvPr/>
          </p:nvSpPr>
          <p:spPr>
            <a:xfrm>
              <a:off x="0" y="-37"/>
              <a:ext cx="2339340" cy="622935"/>
            </a:xfrm>
            <a:custGeom>
              <a:avLst/>
              <a:gdLst/>
              <a:ahLst/>
              <a:cxnLst/>
              <a:rect l="l" t="t" r="r" b="b"/>
              <a:pathLst>
                <a:path w="2339340" h="622935">
                  <a:moveTo>
                    <a:pt x="2338832" y="0"/>
                  </a:moveTo>
                  <a:lnTo>
                    <a:pt x="0" y="0"/>
                  </a:lnTo>
                  <a:lnTo>
                    <a:pt x="0" y="622719"/>
                  </a:lnTo>
                  <a:lnTo>
                    <a:pt x="2338832" y="622719"/>
                  </a:lnTo>
                  <a:lnTo>
                    <a:pt x="23388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338832" y="63"/>
              <a:ext cx="5433695" cy="918844"/>
            </a:xfrm>
            <a:custGeom>
              <a:avLst/>
              <a:gdLst/>
              <a:ahLst/>
              <a:cxnLst/>
              <a:rect l="l" t="t" r="r" b="b"/>
              <a:pathLst>
                <a:path w="5433695" h="918844">
                  <a:moveTo>
                    <a:pt x="5433593" y="0"/>
                  </a:moveTo>
                  <a:lnTo>
                    <a:pt x="4262488" y="0"/>
                  </a:lnTo>
                  <a:lnTo>
                    <a:pt x="0" y="0"/>
                  </a:lnTo>
                  <a:lnTo>
                    <a:pt x="0" y="918654"/>
                  </a:lnTo>
                  <a:lnTo>
                    <a:pt x="4262488" y="918654"/>
                  </a:lnTo>
                  <a:lnTo>
                    <a:pt x="5433593" y="918654"/>
                  </a:lnTo>
                  <a:lnTo>
                    <a:pt x="543359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622782"/>
              <a:ext cx="2339340" cy="296545"/>
            </a:xfrm>
            <a:custGeom>
              <a:avLst/>
              <a:gdLst/>
              <a:ahLst/>
              <a:cxnLst/>
              <a:rect l="l" t="t" r="r" b="b"/>
              <a:pathLst>
                <a:path w="2339340" h="296544">
                  <a:moveTo>
                    <a:pt x="2338832" y="0"/>
                  </a:moveTo>
                  <a:lnTo>
                    <a:pt x="0" y="0"/>
                  </a:lnTo>
                  <a:lnTo>
                    <a:pt x="0" y="295935"/>
                  </a:lnTo>
                  <a:lnTo>
                    <a:pt x="2338832" y="295935"/>
                  </a:lnTo>
                  <a:lnTo>
                    <a:pt x="233883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338832" y="0"/>
              <a:ext cx="0" cy="918844"/>
            </a:xfrm>
            <a:custGeom>
              <a:avLst/>
              <a:gdLst/>
              <a:ahLst/>
              <a:cxnLst/>
              <a:rect l="l" t="t" r="r" b="b"/>
              <a:pathLst>
                <a:path w="0" h="918844">
                  <a:moveTo>
                    <a:pt x="0" y="0"/>
                  </a:moveTo>
                  <a:lnTo>
                    <a:pt x="0" y="918718"/>
                  </a:lnTo>
                </a:path>
              </a:pathLst>
            </a:custGeom>
            <a:ln w="381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4231" rIns="0" bIns="0" rtlCol="0" vert="horz">
            <a:spAutoFit/>
          </a:bodyPr>
          <a:lstStyle/>
          <a:p>
            <a:pPr marL="230504">
              <a:lnSpc>
                <a:spcPct val="100000"/>
              </a:lnSpc>
              <a:spcBef>
                <a:spcPts val="125"/>
              </a:spcBef>
            </a:pPr>
            <a:r>
              <a:rPr dirty="0" spc="-170"/>
              <a:t>LOGÍSTICA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51226" y="224408"/>
            <a:ext cx="304165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265" b="1">
                <a:latin typeface="Trebuchet MS"/>
                <a:cs typeface="Trebuchet MS"/>
              </a:rPr>
              <a:t>SITUACIÓN</a:t>
            </a:r>
            <a:r>
              <a:rPr dirty="0" sz="2800" spc="-250" b="1">
                <a:latin typeface="Trebuchet MS"/>
                <a:cs typeface="Trebuchet MS"/>
              </a:rPr>
              <a:t> </a:t>
            </a:r>
            <a:r>
              <a:rPr dirty="0" sz="2800" spc="-220" b="1">
                <a:latin typeface="Trebuchet MS"/>
                <a:cs typeface="Trebuchet MS"/>
              </a:rPr>
              <a:t>LOGÍSTICA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4728" y="627951"/>
            <a:ext cx="104902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05MAY2026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5447" y="1518983"/>
            <a:ext cx="7461884" cy="7005955"/>
            <a:chOff x="155447" y="1518983"/>
            <a:chExt cx="7461884" cy="700595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608" y="1568470"/>
              <a:ext cx="2085247" cy="695638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447" y="1518983"/>
              <a:ext cx="7461504" cy="77781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657600" y="4630292"/>
            <a:ext cx="2633980" cy="1912620"/>
          </a:xfrm>
          <a:prstGeom prst="rect">
            <a:avLst/>
          </a:prstGeom>
          <a:solidFill>
            <a:srgbClr val="155F82"/>
          </a:solidFill>
          <a:ln w="19056">
            <a:solidFill>
              <a:srgbClr val="042333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800">
              <a:latin typeface="Times New Roman"/>
              <a:cs typeface="Times New Roman"/>
            </a:endParaRPr>
          </a:p>
          <a:p>
            <a:pPr marL="333375">
              <a:lnSpc>
                <a:spcPct val="100000"/>
              </a:lnSpc>
            </a:pPr>
            <a:r>
              <a:rPr dirty="0" sz="1800" spc="65">
                <a:solidFill>
                  <a:srgbClr val="FFFFFF"/>
                </a:solidFill>
                <a:latin typeface="Calibri"/>
                <a:cs typeface="Calibri"/>
              </a:rPr>
              <a:t>Gráficos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Calibri"/>
                <a:cs typeface="Calibri"/>
              </a:rPr>
              <a:t>eliminados</a:t>
            </a:r>
            <a:endParaRPr sz="1800">
              <a:latin typeface="Calibri"/>
              <a:cs typeface="Calibri"/>
            </a:endParaRPr>
          </a:p>
          <a:p>
            <a:pPr marL="45085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intencionalmente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OPERACIONES</dc:creator>
  <dc:title>Presentación de PowerPoint</dc:title>
  <dcterms:created xsi:type="dcterms:W3CDTF">2026-06-25T02:49:20Z</dcterms:created>
  <dcterms:modified xsi:type="dcterms:W3CDTF">2026-06-25T02:49:20Z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2026-06-14T00:00:00Z</vt:filetime>
  </property>
  <property fmtid="{D5CDD505-2E9C-101B-9397-08002B2CF9AE}" pid="3" name="LastSaved">
    <vt:filetime>2026-06-25T00:00:00Z</vt:filetime>
  </property>
</Properties>
</file>